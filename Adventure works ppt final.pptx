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75" r:id="rId3"/>
    <p:sldId id="257" r:id="rId4"/>
    <p:sldId id="276" r:id="rId5"/>
    <p:sldId id="263" r:id="rId6"/>
    <p:sldId id="265" r:id="rId7"/>
    <p:sldId id="266" r:id="rId8"/>
    <p:sldId id="267" r:id="rId9"/>
    <p:sldId id="269" r:id="rId10"/>
    <p:sldId id="277" r:id="rId11"/>
    <p:sldId id="278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31"/>
    <a:srgbClr val="00194C"/>
    <a:srgbClr val="27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BEA93D-707F-4606-885D-99B0F7B784DE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02A061-FFF4-4FE4-AA0D-30C65728865B}">
      <dgm:prSet/>
      <dgm:spPr/>
      <dgm:t>
        <a:bodyPr/>
        <a:lstStyle/>
        <a:p>
          <a:r>
            <a:rPr lang="en-US" b="1"/>
            <a:t>Total Revenue:</a:t>
          </a:r>
          <a:r>
            <a:rPr lang="en-US"/>
            <a:t> Business size &amp; overall sales performance</a:t>
          </a:r>
        </a:p>
      </dgm:t>
    </dgm:pt>
    <dgm:pt modelId="{340147CC-28D7-41FE-9CB5-C9D36367EE3F}" type="parTrans" cxnId="{6D395D0C-5E82-4E4B-8CF9-06FDAD0EBC3A}">
      <dgm:prSet/>
      <dgm:spPr/>
      <dgm:t>
        <a:bodyPr/>
        <a:lstStyle/>
        <a:p>
          <a:endParaRPr lang="en-IN"/>
        </a:p>
      </dgm:t>
    </dgm:pt>
    <dgm:pt modelId="{BEEB3BB7-3E60-4D60-A9E2-C446C818C628}" type="sibTrans" cxnId="{6D395D0C-5E82-4E4B-8CF9-06FDAD0EBC3A}">
      <dgm:prSet/>
      <dgm:spPr/>
      <dgm:t>
        <a:bodyPr/>
        <a:lstStyle/>
        <a:p>
          <a:endParaRPr lang="en-IN"/>
        </a:p>
      </dgm:t>
    </dgm:pt>
    <dgm:pt modelId="{3A25D63F-84B0-4EDD-B039-B0F360E51F78}">
      <dgm:prSet/>
      <dgm:spPr/>
      <dgm:t>
        <a:bodyPr/>
        <a:lstStyle/>
        <a:p>
          <a:r>
            <a:rPr lang="en-US" b="1"/>
            <a:t>Total Profit:</a:t>
          </a:r>
          <a:r>
            <a:rPr lang="en-US"/>
            <a:t> Profitability and pricing effectiveness</a:t>
          </a:r>
        </a:p>
      </dgm:t>
    </dgm:pt>
    <dgm:pt modelId="{E4ABD2C2-3350-4C07-BF0B-760C629CEFDF}" type="parTrans" cxnId="{8165944B-68EE-442B-B270-CD46D75E5AF9}">
      <dgm:prSet/>
      <dgm:spPr/>
      <dgm:t>
        <a:bodyPr/>
        <a:lstStyle/>
        <a:p>
          <a:endParaRPr lang="en-IN"/>
        </a:p>
      </dgm:t>
    </dgm:pt>
    <dgm:pt modelId="{0558477C-4576-42F1-9E1F-AD015C153179}" type="sibTrans" cxnId="{8165944B-68EE-442B-B270-CD46D75E5AF9}">
      <dgm:prSet/>
      <dgm:spPr/>
      <dgm:t>
        <a:bodyPr/>
        <a:lstStyle/>
        <a:p>
          <a:endParaRPr lang="en-IN"/>
        </a:p>
      </dgm:t>
    </dgm:pt>
    <dgm:pt modelId="{2A56B4D8-B77A-4339-9344-288499A68052}">
      <dgm:prSet/>
      <dgm:spPr/>
      <dgm:t>
        <a:bodyPr/>
        <a:lstStyle/>
        <a:p>
          <a:r>
            <a:rPr lang="en-US" b="1"/>
            <a:t>Production Cost:</a:t>
          </a:r>
          <a:r>
            <a:rPr lang="en-US"/>
            <a:t> Operational cost efficiency</a:t>
          </a:r>
        </a:p>
      </dgm:t>
    </dgm:pt>
    <dgm:pt modelId="{671F5C4A-AB5E-49A3-ABF1-DF90C63C1390}" type="parTrans" cxnId="{68BEC11E-A871-4824-B38D-999E5FA331F3}">
      <dgm:prSet/>
      <dgm:spPr/>
      <dgm:t>
        <a:bodyPr/>
        <a:lstStyle/>
        <a:p>
          <a:endParaRPr lang="en-IN"/>
        </a:p>
      </dgm:t>
    </dgm:pt>
    <dgm:pt modelId="{F1F8C955-AF21-453C-A581-4D8137A922F1}" type="sibTrans" cxnId="{68BEC11E-A871-4824-B38D-999E5FA331F3}">
      <dgm:prSet/>
      <dgm:spPr/>
      <dgm:t>
        <a:bodyPr/>
        <a:lstStyle/>
        <a:p>
          <a:endParaRPr lang="en-IN"/>
        </a:p>
      </dgm:t>
    </dgm:pt>
    <dgm:pt modelId="{21DD7D27-F9A4-4EF5-ADBC-DDA8D521DC4E}">
      <dgm:prSet/>
      <dgm:spPr/>
      <dgm:t>
        <a:bodyPr/>
        <a:lstStyle/>
        <a:p>
          <a:r>
            <a:rPr lang="en-US" b="1"/>
            <a:t>Profit Margin (YoY):</a:t>
          </a:r>
          <a:r>
            <a:rPr lang="en-US"/>
            <a:t> Efficiency improvement over time</a:t>
          </a:r>
        </a:p>
      </dgm:t>
    </dgm:pt>
    <dgm:pt modelId="{3A5F9222-5910-4B09-8108-3B0431A760B5}" type="parTrans" cxnId="{0366B350-F851-4448-9F08-AA29A69B4B02}">
      <dgm:prSet/>
      <dgm:spPr/>
      <dgm:t>
        <a:bodyPr/>
        <a:lstStyle/>
        <a:p>
          <a:endParaRPr lang="en-IN"/>
        </a:p>
      </dgm:t>
    </dgm:pt>
    <dgm:pt modelId="{4CBDA6F3-1297-4B9B-A007-7C02B4B8E2D9}" type="sibTrans" cxnId="{0366B350-F851-4448-9F08-AA29A69B4B02}">
      <dgm:prSet/>
      <dgm:spPr/>
      <dgm:t>
        <a:bodyPr/>
        <a:lstStyle/>
        <a:p>
          <a:endParaRPr lang="en-IN"/>
        </a:p>
      </dgm:t>
    </dgm:pt>
    <dgm:pt modelId="{F36BA9C2-95CE-4FB4-A2CE-BFD14182278C}">
      <dgm:prSet/>
      <dgm:spPr/>
      <dgm:t>
        <a:bodyPr/>
        <a:lstStyle/>
        <a:p>
          <a:r>
            <a:rPr lang="en-US" b="1"/>
            <a:t>YoY Sales Growth:</a:t>
          </a:r>
          <a:r>
            <a:rPr lang="en-US"/>
            <a:t> Long-term business growth tracking</a:t>
          </a:r>
        </a:p>
      </dgm:t>
    </dgm:pt>
    <dgm:pt modelId="{8CB11E6D-4A25-4C57-AE55-CCD8DD2D1F62}" type="parTrans" cxnId="{7CF094FB-B5DE-47BA-BABE-A05F1A58A0F6}">
      <dgm:prSet/>
      <dgm:spPr/>
      <dgm:t>
        <a:bodyPr/>
        <a:lstStyle/>
        <a:p>
          <a:endParaRPr lang="en-IN"/>
        </a:p>
      </dgm:t>
    </dgm:pt>
    <dgm:pt modelId="{56BFFFD9-83CC-4A45-A43E-E1091AC3F0AF}" type="sibTrans" cxnId="{7CF094FB-B5DE-47BA-BABE-A05F1A58A0F6}">
      <dgm:prSet/>
      <dgm:spPr/>
      <dgm:t>
        <a:bodyPr/>
        <a:lstStyle/>
        <a:p>
          <a:endParaRPr lang="en-IN"/>
        </a:p>
      </dgm:t>
    </dgm:pt>
    <dgm:pt modelId="{D8387857-F11B-463C-A963-3FF9CC378154}">
      <dgm:prSet/>
      <dgm:spPr/>
      <dgm:t>
        <a:bodyPr/>
        <a:lstStyle/>
        <a:p>
          <a:r>
            <a:rPr lang="en-US" b="1"/>
            <a:t>Quarterly Sales:</a:t>
          </a:r>
          <a:r>
            <a:rPr lang="en-US"/>
            <a:t> Seasonal performance identification</a:t>
          </a:r>
        </a:p>
      </dgm:t>
    </dgm:pt>
    <dgm:pt modelId="{F3936481-914A-4535-95A3-1F72FADE83B1}" type="parTrans" cxnId="{78EFD70F-7433-4F5F-B675-FDF2EBC72380}">
      <dgm:prSet/>
      <dgm:spPr/>
      <dgm:t>
        <a:bodyPr/>
        <a:lstStyle/>
        <a:p>
          <a:endParaRPr lang="en-IN"/>
        </a:p>
      </dgm:t>
    </dgm:pt>
    <dgm:pt modelId="{550A286C-AADD-4B45-AC78-000F86EF43F9}" type="sibTrans" cxnId="{78EFD70F-7433-4F5F-B675-FDF2EBC72380}">
      <dgm:prSet/>
      <dgm:spPr/>
      <dgm:t>
        <a:bodyPr/>
        <a:lstStyle/>
        <a:p>
          <a:endParaRPr lang="en-IN"/>
        </a:p>
      </dgm:t>
    </dgm:pt>
    <dgm:pt modelId="{66A769BB-3D13-476D-963D-6654E9B1DD8A}">
      <dgm:prSet/>
      <dgm:spPr/>
      <dgm:t>
        <a:bodyPr/>
        <a:lstStyle/>
        <a:p>
          <a:r>
            <a:rPr lang="en-US" b="1"/>
            <a:t>Monthly Sales Trend:</a:t>
          </a:r>
          <a:r>
            <a:rPr lang="en-US"/>
            <a:t> Short-term demand monitoring</a:t>
          </a:r>
        </a:p>
      </dgm:t>
    </dgm:pt>
    <dgm:pt modelId="{B2843046-3EDB-427D-B7F0-073317080E92}" type="parTrans" cxnId="{7E128BB5-FCF1-4AC0-8399-BDA0660AFDC1}">
      <dgm:prSet/>
      <dgm:spPr/>
      <dgm:t>
        <a:bodyPr/>
        <a:lstStyle/>
        <a:p>
          <a:endParaRPr lang="en-IN"/>
        </a:p>
      </dgm:t>
    </dgm:pt>
    <dgm:pt modelId="{3BD0FC50-7D4D-43EA-8B08-B6BE1A15DE51}" type="sibTrans" cxnId="{7E128BB5-FCF1-4AC0-8399-BDA0660AFDC1}">
      <dgm:prSet/>
      <dgm:spPr/>
      <dgm:t>
        <a:bodyPr/>
        <a:lstStyle/>
        <a:p>
          <a:endParaRPr lang="en-IN"/>
        </a:p>
      </dgm:t>
    </dgm:pt>
    <dgm:pt modelId="{583CF40E-72A8-4FC4-88CA-6C91BD92CAD9}">
      <dgm:prSet/>
      <dgm:spPr/>
      <dgm:t>
        <a:bodyPr/>
        <a:lstStyle/>
        <a:p>
          <a:r>
            <a:rPr lang="en-US" b="1"/>
            <a:t>High-Value Customers:</a:t>
          </a:r>
          <a:r>
            <a:rPr lang="en-US"/>
            <a:t> Identify premium revenue contributors</a:t>
          </a:r>
        </a:p>
      </dgm:t>
    </dgm:pt>
    <dgm:pt modelId="{5728A51A-54DA-4436-8102-15D7D90C5D0D}" type="parTrans" cxnId="{49CD4260-36EB-45B5-B0EA-7C0840D4775C}">
      <dgm:prSet/>
      <dgm:spPr/>
      <dgm:t>
        <a:bodyPr/>
        <a:lstStyle/>
        <a:p>
          <a:endParaRPr lang="en-IN"/>
        </a:p>
      </dgm:t>
    </dgm:pt>
    <dgm:pt modelId="{9EAAC5C4-7A9B-4440-BA08-E4153339A5A2}" type="sibTrans" cxnId="{49CD4260-36EB-45B5-B0EA-7C0840D4775C}">
      <dgm:prSet/>
      <dgm:spPr/>
      <dgm:t>
        <a:bodyPr/>
        <a:lstStyle/>
        <a:p>
          <a:endParaRPr lang="en-IN"/>
        </a:p>
      </dgm:t>
    </dgm:pt>
    <dgm:pt modelId="{D5A261F5-D9B6-4417-A535-C886C61D8A13}">
      <dgm:prSet/>
      <dgm:spPr/>
      <dgm:t>
        <a:bodyPr/>
        <a:lstStyle/>
        <a:p>
          <a:r>
            <a:rPr lang="en-US" b="1"/>
            <a:t>Top 5 Customers:</a:t>
          </a:r>
          <a:r>
            <a:rPr lang="en-US"/>
            <a:t> Revenue concentration analysis</a:t>
          </a:r>
        </a:p>
      </dgm:t>
    </dgm:pt>
    <dgm:pt modelId="{A79EEE3C-E257-47A8-A0AE-F3C033E283F0}" type="parTrans" cxnId="{BD34F0D3-FBE9-4FE9-AB60-4851B8596D66}">
      <dgm:prSet/>
      <dgm:spPr/>
      <dgm:t>
        <a:bodyPr/>
        <a:lstStyle/>
        <a:p>
          <a:endParaRPr lang="en-IN"/>
        </a:p>
      </dgm:t>
    </dgm:pt>
    <dgm:pt modelId="{D3D52CC8-F334-4DFA-B2C5-870FE0534DF3}" type="sibTrans" cxnId="{BD34F0D3-FBE9-4FE9-AB60-4851B8596D66}">
      <dgm:prSet/>
      <dgm:spPr/>
      <dgm:t>
        <a:bodyPr/>
        <a:lstStyle/>
        <a:p>
          <a:endParaRPr lang="en-IN"/>
        </a:p>
      </dgm:t>
    </dgm:pt>
    <dgm:pt modelId="{1C190F4A-971A-435F-A244-BBEE4FA97D22}">
      <dgm:prSet/>
      <dgm:spPr/>
      <dgm:t>
        <a:bodyPr/>
        <a:lstStyle/>
        <a:p>
          <a:r>
            <a:rPr lang="en-US" b="1"/>
            <a:t>Top Sales Regions:</a:t>
          </a:r>
          <a:r>
            <a:rPr lang="en-US"/>
            <a:t> Geographic performance focus</a:t>
          </a:r>
        </a:p>
      </dgm:t>
    </dgm:pt>
    <dgm:pt modelId="{93BB359D-B0AC-403E-BD7F-C0624C70C707}" type="parTrans" cxnId="{9B5DBE32-58EE-48CC-82FB-7E9F79B07CE4}">
      <dgm:prSet/>
      <dgm:spPr/>
      <dgm:t>
        <a:bodyPr/>
        <a:lstStyle/>
        <a:p>
          <a:endParaRPr lang="en-IN"/>
        </a:p>
      </dgm:t>
    </dgm:pt>
    <dgm:pt modelId="{2CE86E95-008B-41B3-946E-0681598D9995}" type="sibTrans" cxnId="{9B5DBE32-58EE-48CC-82FB-7E9F79B07CE4}">
      <dgm:prSet/>
      <dgm:spPr/>
      <dgm:t>
        <a:bodyPr/>
        <a:lstStyle/>
        <a:p>
          <a:endParaRPr lang="en-IN"/>
        </a:p>
      </dgm:t>
    </dgm:pt>
    <dgm:pt modelId="{27EEF140-1C7A-42A8-82FA-4AB9FC697450}">
      <dgm:prSet/>
      <dgm:spPr/>
      <dgm:t>
        <a:bodyPr/>
        <a:lstStyle/>
        <a:p>
          <a:r>
            <a:rPr lang="en-US" b="1"/>
            <a:t>Top Product Categories:</a:t>
          </a:r>
          <a:r>
            <a:rPr lang="en-US"/>
            <a:t> Product-level growth drivers</a:t>
          </a:r>
        </a:p>
      </dgm:t>
    </dgm:pt>
    <dgm:pt modelId="{67EE56C8-9E3A-44E7-9426-C5737946FCF8}" type="parTrans" cxnId="{0AA79486-F10F-440F-BFED-67603BBDCD9B}">
      <dgm:prSet/>
      <dgm:spPr/>
      <dgm:t>
        <a:bodyPr/>
        <a:lstStyle/>
        <a:p>
          <a:endParaRPr lang="en-IN"/>
        </a:p>
      </dgm:t>
    </dgm:pt>
    <dgm:pt modelId="{E6408CF2-0478-4F85-8C15-54CA5FD065EB}" type="sibTrans" cxnId="{0AA79486-F10F-440F-BFED-67603BBDCD9B}">
      <dgm:prSet/>
      <dgm:spPr/>
      <dgm:t>
        <a:bodyPr/>
        <a:lstStyle/>
        <a:p>
          <a:endParaRPr lang="en-IN"/>
        </a:p>
      </dgm:t>
    </dgm:pt>
    <dgm:pt modelId="{EB9DBB3E-7951-4145-856F-233410167185}" type="pres">
      <dgm:prSet presAssocID="{90BEA93D-707F-4606-885D-99B0F7B784D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346C7FF-14A0-4889-B687-4645C8855A17}" type="pres">
      <dgm:prSet presAssocID="{3E02A061-FFF4-4FE4-AA0D-30C65728865B}" presName="parentLin" presStyleCnt="0"/>
      <dgm:spPr/>
    </dgm:pt>
    <dgm:pt modelId="{AD941CC2-CC6E-4ADC-AEED-38C2E28383CD}" type="pres">
      <dgm:prSet presAssocID="{3E02A061-FFF4-4FE4-AA0D-30C65728865B}" presName="parentLeftMargin" presStyleLbl="node1" presStyleIdx="0" presStyleCnt="11"/>
      <dgm:spPr/>
      <dgm:t>
        <a:bodyPr/>
        <a:lstStyle/>
        <a:p>
          <a:endParaRPr lang="en-US"/>
        </a:p>
      </dgm:t>
    </dgm:pt>
    <dgm:pt modelId="{A02BB4ED-CCE9-4B9F-BFCF-DD2954C6F2EF}" type="pres">
      <dgm:prSet presAssocID="{3E02A061-FFF4-4FE4-AA0D-30C65728865B}" presName="parentText" presStyleLbl="node1" presStyleIdx="0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9809C4-0FD3-46C2-8ADA-8614EB6B8ABE}" type="pres">
      <dgm:prSet presAssocID="{3E02A061-FFF4-4FE4-AA0D-30C65728865B}" presName="negativeSpace" presStyleCnt="0"/>
      <dgm:spPr/>
    </dgm:pt>
    <dgm:pt modelId="{C2E03B1D-71DD-4952-A7FA-5C6A412AF110}" type="pres">
      <dgm:prSet presAssocID="{3E02A061-FFF4-4FE4-AA0D-30C65728865B}" presName="childText" presStyleLbl="conFgAcc1" presStyleIdx="0" presStyleCnt="11">
        <dgm:presLayoutVars>
          <dgm:bulletEnabled val="1"/>
        </dgm:presLayoutVars>
      </dgm:prSet>
      <dgm:spPr/>
    </dgm:pt>
    <dgm:pt modelId="{CBAFCADB-852D-438B-ACCF-5AE5B9732883}" type="pres">
      <dgm:prSet presAssocID="{BEEB3BB7-3E60-4D60-A9E2-C446C818C628}" presName="spaceBetweenRectangles" presStyleCnt="0"/>
      <dgm:spPr/>
    </dgm:pt>
    <dgm:pt modelId="{6371B973-5CE8-4FFE-82EF-B12D5EFD36CF}" type="pres">
      <dgm:prSet presAssocID="{3A25D63F-84B0-4EDD-B039-B0F360E51F78}" presName="parentLin" presStyleCnt="0"/>
      <dgm:spPr/>
    </dgm:pt>
    <dgm:pt modelId="{240F235D-6671-41E1-882F-32C2D56EF317}" type="pres">
      <dgm:prSet presAssocID="{3A25D63F-84B0-4EDD-B039-B0F360E51F78}" presName="parentLeftMargin" presStyleLbl="node1" presStyleIdx="0" presStyleCnt="11"/>
      <dgm:spPr/>
      <dgm:t>
        <a:bodyPr/>
        <a:lstStyle/>
        <a:p>
          <a:endParaRPr lang="en-US"/>
        </a:p>
      </dgm:t>
    </dgm:pt>
    <dgm:pt modelId="{43EE455A-738C-4D91-B6D0-53ED78A6DBED}" type="pres">
      <dgm:prSet presAssocID="{3A25D63F-84B0-4EDD-B039-B0F360E51F78}" presName="parentText" presStyleLbl="node1" presStyleIdx="1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0AB9F6-F067-4EAB-BFC6-A6EA20226F3D}" type="pres">
      <dgm:prSet presAssocID="{3A25D63F-84B0-4EDD-B039-B0F360E51F78}" presName="negativeSpace" presStyleCnt="0"/>
      <dgm:spPr/>
    </dgm:pt>
    <dgm:pt modelId="{F7D6B162-45B4-45E0-BD08-993395BAA3DF}" type="pres">
      <dgm:prSet presAssocID="{3A25D63F-84B0-4EDD-B039-B0F360E51F78}" presName="childText" presStyleLbl="conFgAcc1" presStyleIdx="1" presStyleCnt="11">
        <dgm:presLayoutVars>
          <dgm:bulletEnabled val="1"/>
        </dgm:presLayoutVars>
      </dgm:prSet>
      <dgm:spPr/>
    </dgm:pt>
    <dgm:pt modelId="{E84764D8-717C-4A3C-973D-8ED553B721EF}" type="pres">
      <dgm:prSet presAssocID="{0558477C-4576-42F1-9E1F-AD015C153179}" presName="spaceBetweenRectangles" presStyleCnt="0"/>
      <dgm:spPr/>
    </dgm:pt>
    <dgm:pt modelId="{D81FC3EE-4F0D-426E-8576-09C0B81E5C60}" type="pres">
      <dgm:prSet presAssocID="{2A56B4D8-B77A-4339-9344-288499A68052}" presName="parentLin" presStyleCnt="0"/>
      <dgm:spPr/>
    </dgm:pt>
    <dgm:pt modelId="{DB13BCCA-E272-4240-BC01-64B3ECC23863}" type="pres">
      <dgm:prSet presAssocID="{2A56B4D8-B77A-4339-9344-288499A68052}" presName="parentLeftMargin" presStyleLbl="node1" presStyleIdx="1" presStyleCnt="11"/>
      <dgm:spPr/>
      <dgm:t>
        <a:bodyPr/>
        <a:lstStyle/>
        <a:p>
          <a:endParaRPr lang="en-US"/>
        </a:p>
      </dgm:t>
    </dgm:pt>
    <dgm:pt modelId="{CD3D8DF2-F1A3-4222-B0F6-6D9E482830F0}" type="pres">
      <dgm:prSet presAssocID="{2A56B4D8-B77A-4339-9344-288499A68052}" presName="parentText" presStyleLbl="node1" presStyleIdx="2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D425A7-1EE5-4010-BE1D-2637AA274B7C}" type="pres">
      <dgm:prSet presAssocID="{2A56B4D8-B77A-4339-9344-288499A68052}" presName="negativeSpace" presStyleCnt="0"/>
      <dgm:spPr/>
    </dgm:pt>
    <dgm:pt modelId="{983DBAC6-6550-4781-95A1-24AC3F7BFB98}" type="pres">
      <dgm:prSet presAssocID="{2A56B4D8-B77A-4339-9344-288499A68052}" presName="childText" presStyleLbl="conFgAcc1" presStyleIdx="2" presStyleCnt="11">
        <dgm:presLayoutVars>
          <dgm:bulletEnabled val="1"/>
        </dgm:presLayoutVars>
      </dgm:prSet>
      <dgm:spPr/>
    </dgm:pt>
    <dgm:pt modelId="{0D049542-BF39-42A2-AC88-7569CFE79B85}" type="pres">
      <dgm:prSet presAssocID="{F1F8C955-AF21-453C-A581-4D8137A922F1}" presName="spaceBetweenRectangles" presStyleCnt="0"/>
      <dgm:spPr/>
    </dgm:pt>
    <dgm:pt modelId="{CD83DC30-D125-429E-9F63-232C11FA56B4}" type="pres">
      <dgm:prSet presAssocID="{21DD7D27-F9A4-4EF5-ADBC-DDA8D521DC4E}" presName="parentLin" presStyleCnt="0"/>
      <dgm:spPr/>
    </dgm:pt>
    <dgm:pt modelId="{ED9FC377-DA6D-46F7-90BE-C1246C1238E8}" type="pres">
      <dgm:prSet presAssocID="{21DD7D27-F9A4-4EF5-ADBC-DDA8D521DC4E}" presName="parentLeftMargin" presStyleLbl="node1" presStyleIdx="2" presStyleCnt="11"/>
      <dgm:spPr/>
      <dgm:t>
        <a:bodyPr/>
        <a:lstStyle/>
        <a:p>
          <a:endParaRPr lang="en-US"/>
        </a:p>
      </dgm:t>
    </dgm:pt>
    <dgm:pt modelId="{712260D8-CE92-4034-BF17-149E6DBF0B33}" type="pres">
      <dgm:prSet presAssocID="{21DD7D27-F9A4-4EF5-ADBC-DDA8D521DC4E}" presName="parentText" presStyleLbl="node1" presStyleIdx="3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B5B54-47CE-4D75-A1A2-803105463996}" type="pres">
      <dgm:prSet presAssocID="{21DD7D27-F9A4-4EF5-ADBC-DDA8D521DC4E}" presName="negativeSpace" presStyleCnt="0"/>
      <dgm:spPr/>
    </dgm:pt>
    <dgm:pt modelId="{EA81D21F-5D58-472C-97DB-E26E15EB3E05}" type="pres">
      <dgm:prSet presAssocID="{21DD7D27-F9A4-4EF5-ADBC-DDA8D521DC4E}" presName="childText" presStyleLbl="conFgAcc1" presStyleIdx="3" presStyleCnt="11">
        <dgm:presLayoutVars>
          <dgm:bulletEnabled val="1"/>
        </dgm:presLayoutVars>
      </dgm:prSet>
      <dgm:spPr/>
    </dgm:pt>
    <dgm:pt modelId="{AD3C7F0E-31AF-43F8-9E83-C06569E487AA}" type="pres">
      <dgm:prSet presAssocID="{4CBDA6F3-1297-4B9B-A007-7C02B4B8E2D9}" presName="spaceBetweenRectangles" presStyleCnt="0"/>
      <dgm:spPr/>
    </dgm:pt>
    <dgm:pt modelId="{B1F43015-77CA-4201-9EE1-6AFAC540AD59}" type="pres">
      <dgm:prSet presAssocID="{F36BA9C2-95CE-4FB4-A2CE-BFD14182278C}" presName="parentLin" presStyleCnt="0"/>
      <dgm:spPr/>
    </dgm:pt>
    <dgm:pt modelId="{7B0D5560-6FE2-4821-BC55-CA1F78C3293F}" type="pres">
      <dgm:prSet presAssocID="{F36BA9C2-95CE-4FB4-A2CE-BFD14182278C}" presName="parentLeftMargin" presStyleLbl="node1" presStyleIdx="3" presStyleCnt="11"/>
      <dgm:spPr/>
      <dgm:t>
        <a:bodyPr/>
        <a:lstStyle/>
        <a:p>
          <a:endParaRPr lang="en-US"/>
        </a:p>
      </dgm:t>
    </dgm:pt>
    <dgm:pt modelId="{8A2871B8-E00D-4526-8781-2231F2211E1E}" type="pres">
      <dgm:prSet presAssocID="{F36BA9C2-95CE-4FB4-A2CE-BFD14182278C}" presName="parentText" presStyleLbl="node1" presStyleIdx="4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8384E4-F8CA-46BA-AD66-7B48F39858A3}" type="pres">
      <dgm:prSet presAssocID="{F36BA9C2-95CE-4FB4-A2CE-BFD14182278C}" presName="negativeSpace" presStyleCnt="0"/>
      <dgm:spPr/>
    </dgm:pt>
    <dgm:pt modelId="{875D01AB-D5BC-4A67-8BE4-FE0CDA4492F8}" type="pres">
      <dgm:prSet presAssocID="{F36BA9C2-95CE-4FB4-A2CE-BFD14182278C}" presName="childText" presStyleLbl="conFgAcc1" presStyleIdx="4" presStyleCnt="11">
        <dgm:presLayoutVars>
          <dgm:bulletEnabled val="1"/>
        </dgm:presLayoutVars>
      </dgm:prSet>
      <dgm:spPr/>
    </dgm:pt>
    <dgm:pt modelId="{7B90800C-DE7C-49E9-A2F9-824C3BBC73EF}" type="pres">
      <dgm:prSet presAssocID="{56BFFFD9-83CC-4A45-A43E-E1091AC3F0AF}" presName="spaceBetweenRectangles" presStyleCnt="0"/>
      <dgm:spPr/>
    </dgm:pt>
    <dgm:pt modelId="{769E3BEB-3561-4521-874F-77EF71F2B720}" type="pres">
      <dgm:prSet presAssocID="{D8387857-F11B-463C-A963-3FF9CC378154}" presName="parentLin" presStyleCnt="0"/>
      <dgm:spPr/>
    </dgm:pt>
    <dgm:pt modelId="{36804F25-875E-4691-AC32-65203106906C}" type="pres">
      <dgm:prSet presAssocID="{D8387857-F11B-463C-A963-3FF9CC378154}" presName="parentLeftMargin" presStyleLbl="node1" presStyleIdx="4" presStyleCnt="11"/>
      <dgm:spPr/>
      <dgm:t>
        <a:bodyPr/>
        <a:lstStyle/>
        <a:p>
          <a:endParaRPr lang="en-US"/>
        </a:p>
      </dgm:t>
    </dgm:pt>
    <dgm:pt modelId="{F748B6BE-B43A-44C1-B5AF-07F51AB73035}" type="pres">
      <dgm:prSet presAssocID="{D8387857-F11B-463C-A963-3FF9CC378154}" presName="parentText" presStyleLbl="node1" presStyleIdx="5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74F743-F8EA-473A-A950-D23E97E84388}" type="pres">
      <dgm:prSet presAssocID="{D8387857-F11B-463C-A963-3FF9CC378154}" presName="negativeSpace" presStyleCnt="0"/>
      <dgm:spPr/>
    </dgm:pt>
    <dgm:pt modelId="{7925D511-5009-4E9C-B787-A3CDDB416AD6}" type="pres">
      <dgm:prSet presAssocID="{D8387857-F11B-463C-A963-3FF9CC378154}" presName="childText" presStyleLbl="conFgAcc1" presStyleIdx="5" presStyleCnt="11">
        <dgm:presLayoutVars>
          <dgm:bulletEnabled val="1"/>
        </dgm:presLayoutVars>
      </dgm:prSet>
      <dgm:spPr/>
    </dgm:pt>
    <dgm:pt modelId="{8396F455-6B87-4C69-81BD-4A6A8B00B55C}" type="pres">
      <dgm:prSet presAssocID="{550A286C-AADD-4B45-AC78-000F86EF43F9}" presName="spaceBetweenRectangles" presStyleCnt="0"/>
      <dgm:spPr/>
    </dgm:pt>
    <dgm:pt modelId="{C359EF39-E8DC-4493-A4B9-86E869FBADFF}" type="pres">
      <dgm:prSet presAssocID="{66A769BB-3D13-476D-963D-6654E9B1DD8A}" presName="parentLin" presStyleCnt="0"/>
      <dgm:spPr/>
    </dgm:pt>
    <dgm:pt modelId="{F481C35C-0758-4A09-B023-C93811D3B190}" type="pres">
      <dgm:prSet presAssocID="{66A769BB-3D13-476D-963D-6654E9B1DD8A}" presName="parentLeftMargin" presStyleLbl="node1" presStyleIdx="5" presStyleCnt="11"/>
      <dgm:spPr/>
      <dgm:t>
        <a:bodyPr/>
        <a:lstStyle/>
        <a:p>
          <a:endParaRPr lang="en-US"/>
        </a:p>
      </dgm:t>
    </dgm:pt>
    <dgm:pt modelId="{32A20FCB-546E-46F7-A468-6C52154A3E40}" type="pres">
      <dgm:prSet presAssocID="{66A769BB-3D13-476D-963D-6654E9B1DD8A}" presName="parentText" presStyleLbl="node1" presStyleIdx="6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FCB55-9271-4D0C-934E-3C98C0414CAB}" type="pres">
      <dgm:prSet presAssocID="{66A769BB-3D13-476D-963D-6654E9B1DD8A}" presName="negativeSpace" presStyleCnt="0"/>
      <dgm:spPr/>
    </dgm:pt>
    <dgm:pt modelId="{A9D89318-01CF-4CD1-9066-67D47E9FBED1}" type="pres">
      <dgm:prSet presAssocID="{66A769BB-3D13-476D-963D-6654E9B1DD8A}" presName="childText" presStyleLbl="conFgAcc1" presStyleIdx="6" presStyleCnt="11">
        <dgm:presLayoutVars>
          <dgm:bulletEnabled val="1"/>
        </dgm:presLayoutVars>
      </dgm:prSet>
      <dgm:spPr/>
    </dgm:pt>
    <dgm:pt modelId="{86201254-19AF-4D7B-82A6-8F52F3E742F1}" type="pres">
      <dgm:prSet presAssocID="{3BD0FC50-7D4D-43EA-8B08-B6BE1A15DE51}" presName="spaceBetweenRectangles" presStyleCnt="0"/>
      <dgm:spPr/>
    </dgm:pt>
    <dgm:pt modelId="{CCE3B34B-849B-4BC5-A016-286A1D52879F}" type="pres">
      <dgm:prSet presAssocID="{583CF40E-72A8-4FC4-88CA-6C91BD92CAD9}" presName="parentLin" presStyleCnt="0"/>
      <dgm:spPr/>
    </dgm:pt>
    <dgm:pt modelId="{E42AE687-90E9-49EC-9667-A05013E3D06E}" type="pres">
      <dgm:prSet presAssocID="{583CF40E-72A8-4FC4-88CA-6C91BD92CAD9}" presName="parentLeftMargin" presStyleLbl="node1" presStyleIdx="6" presStyleCnt="11"/>
      <dgm:spPr/>
      <dgm:t>
        <a:bodyPr/>
        <a:lstStyle/>
        <a:p>
          <a:endParaRPr lang="en-US"/>
        </a:p>
      </dgm:t>
    </dgm:pt>
    <dgm:pt modelId="{CEAF049E-AE76-480B-83E5-BE88A2005913}" type="pres">
      <dgm:prSet presAssocID="{583CF40E-72A8-4FC4-88CA-6C91BD92CAD9}" presName="parentText" presStyleLbl="node1" presStyleIdx="7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7806E3-62A3-4955-9F9A-C09B2200F39C}" type="pres">
      <dgm:prSet presAssocID="{583CF40E-72A8-4FC4-88CA-6C91BD92CAD9}" presName="negativeSpace" presStyleCnt="0"/>
      <dgm:spPr/>
    </dgm:pt>
    <dgm:pt modelId="{516A6524-CB76-4812-A317-0541194F5819}" type="pres">
      <dgm:prSet presAssocID="{583CF40E-72A8-4FC4-88CA-6C91BD92CAD9}" presName="childText" presStyleLbl="conFgAcc1" presStyleIdx="7" presStyleCnt="11">
        <dgm:presLayoutVars>
          <dgm:bulletEnabled val="1"/>
        </dgm:presLayoutVars>
      </dgm:prSet>
      <dgm:spPr/>
    </dgm:pt>
    <dgm:pt modelId="{C3B330E7-110C-4FB8-9F11-263B6957E465}" type="pres">
      <dgm:prSet presAssocID="{9EAAC5C4-7A9B-4440-BA08-E4153339A5A2}" presName="spaceBetweenRectangles" presStyleCnt="0"/>
      <dgm:spPr/>
    </dgm:pt>
    <dgm:pt modelId="{28BBC495-AC39-418A-992E-D699A1AF54A2}" type="pres">
      <dgm:prSet presAssocID="{D5A261F5-D9B6-4417-A535-C886C61D8A13}" presName="parentLin" presStyleCnt="0"/>
      <dgm:spPr/>
    </dgm:pt>
    <dgm:pt modelId="{37BE2507-70C1-42EF-BD97-BC57968A545D}" type="pres">
      <dgm:prSet presAssocID="{D5A261F5-D9B6-4417-A535-C886C61D8A13}" presName="parentLeftMargin" presStyleLbl="node1" presStyleIdx="7" presStyleCnt="11"/>
      <dgm:spPr/>
      <dgm:t>
        <a:bodyPr/>
        <a:lstStyle/>
        <a:p>
          <a:endParaRPr lang="en-US"/>
        </a:p>
      </dgm:t>
    </dgm:pt>
    <dgm:pt modelId="{3DCEE564-B139-4E80-B660-B39715799D00}" type="pres">
      <dgm:prSet presAssocID="{D5A261F5-D9B6-4417-A535-C886C61D8A13}" presName="parentText" presStyleLbl="node1" presStyleIdx="8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BAF2CD-ADD4-4F64-9536-891A41926974}" type="pres">
      <dgm:prSet presAssocID="{D5A261F5-D9B6-4417-A535-C886C61D8A13}" presName="negativeSpace" presStyleCnt="0"/>
      <dgm:spPr/>
    </dgm:pt>
    <dgm:pt modelId="{1BFFC170-5677-4238-A248-C0CC1B60FF4C}" type="pres">
      <dgm:prSet presAssocID="{D5A261F5-D9B6-4417-A535-C886C61D8A13}" presName="childText" presStyleLbl="conFgAcc1" presStyleIdx="8" presStyleCnt="11">
        <dgm:presLayoutVars>
          <dgm:bulletEnabled val="1"/>
        </dgm:presLayoutVars>
      </dgm:prSet>
      <dgm:spPr/>
    </dgm:pt>
    <dgm:pt modelId="{918D4AFC-4F05-47A5-B558-AF60401B10E0}" type="pres">
      <dgm:prSet presAssocID="{D3D52CC8-F334-4DFA-B2C5-870FE0534DF3}" presName="spaceBetweenRectangles" presStyleCnt="0"/>
      <dgm:spPr/>
    </dgm:pt>
    <dgm:pt modelId="{4A7FC0F2-B83F-47A7-9800-903894C31FA9}" type="pres">
      <dgm:prSet presAssocID="{1C190F4A-971A-435F-A244-BBEE4FA97D22}" presName="parentLin" presStyleCnt="0"/>
      <dgm:spPr/>
    </dgm:pt>
    <dgm:pt modelId="{0786E533-B77A-4934-9B70-C95D40249AEF}" type="pres">
      <dgm:prSet presAssocID="{1C190F4A-971A-435F-A244-BBEE4FA97D22}" presName="parentLeftMargin" presStyleLbl="node1" presStyleIdx="8" presStyleCnt="11"/>
      <dgm:spPr/>
      <dgm:t>
        <a:bodyPr/>
        <a:lstStyle/>
        <a:p>
          <a:endParaRPr lang="en-US"/>
        </a:p>
      </dgm:t>
    </dgm:pt>
    <dgm:pt modelId="{AA801CB4-F11C-42A6-B8AB-11CCA0425405}" type="pres">
      <dgm:prSet presAssocID="{1C190F4A-971A-435F-A244-BBEE4FA97D22}" presName="parentText" presStyleLbl="node1" presStyleIdx="9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AF3311-DE57-4934-BD1F-58E9D7CDE320}" type="pres">
      <dgm:prSet presAssocID="{1C190F4A-971A-435F-A244-BBEE4FA97D22}" presName="negativeSpace" presStyleCnt="0"/>
      <dgm:spPr/>
    </dgm:pt>
    <dgm:pt modelId="{62EAEDE6-B0D1-44D9-9B76-06551BD838A3}" type="pres">
      <dgm:prSet presAssocID="{1C190F4A-971A-435F-A244-BBEE4FA97D22}" presName="childText" presStyleLbl="conFgAcc1" presStyleIdx="9" presStyleCnt="11">
        <dgm:presLayoutVars>
          <dgm:bulletEnabled val="1"/>
        </dgm:presLayoutVars>
      </dgm:prSet>
      <dgm:spPr/>
    </dgm:pt>
    <dgm:pt modelId="{00280A5C-7B86-4BD1-86B5-535A09A46DAC}" type="pres">
      <dgm:prSet presAssocID="{2CE86E95-008B-41B3-946E-0681598D9995}" presName="spaceBetweenRectangles" presStyleCnt="0"/>
      <dgm:spPr/>
    </dgm:pt>
    <dgm:pt modelId="{F59D4F12-D1E6-4305-AD7D-775B566D6BEA}" type="pres">
      <dgm:prSet presAssocID="{27EEF140-1C7A-42A8-82FA-4AB9FC697450}" presName="parentLin" presStyleCnt="0"/>
      <dgm:spPr/>
    </dgm:pt>
    <dgm:pt modelId="{42E8ED5A-4DC1-4A3C-B9E4-9503D2978667}" type="pres">
      <dgm:prSet presAssocID="{27EEF140-1C7A-42A8-82FA-4AB9FC697450}" presName="parentLeftMargin" presStyleLbl="node1" presStyleIdx="9" presStyleCnt="11"/>
      <dgm:spPr/>
      <dgm:t>
        <a:bodyPr/>
        <a:lstStyle/>
        <a:p>
          <a:endParaRPr lang="en-US"/>
        </a:p>
      </dgm:t>
    </dgm:pt>
    <dgm:pt modelId="{18EDF574-757F-4741-8D25-3460276653C4}" type="pres">
      <dgm:prSet presAssocID="{27EEF140-1C7A-42A8-82FA-4AB9FC697450}" presName="parentText" presStyleLbl="node1" presStyleIdx="10" presStyleCnt="11" custScaleX="132774" custLinFactNeighborY="53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2F3A35-6F79-4E9F-97AA-80207EDB8017}" type="pres">
      <dgm:prSet presAssocID="{27EEF140-1C7A-42A8-82FA-4AB9FC697450}" presName="negativeSpace" presStyleCnt="0"/>
      <dgm:spPr/>
    </dgm:pt>
    <dgm:pt modelId="{B5524772-D6DE-467A-99D0-B74E40CE19F2}" type="pres">
      <dgm:prSet presAssocID="{27EEF140-1C7A-42A8-82FA-4AB9FC697450}" presName="childText" presStyleLbl="conFgAcc1" presStyleIdx="10" presStyleCnt="11">
        <dgm:presLayoutVars>
          <dgm:bulletEnabled val="1"/>
        </dgm:presLayoutVars>
      </dgm:prSet>
      <dgm:spPr/>
    </dgm:pt>
  </dgm:ptLst>
  <dgm:cxnLst>
    <dgm:cxn modelId="{5337BAE4-3B41-4AE7-BDC1-030A78A1BE1E}" type="presOf" srcId="{3E02A061-FFF4-4FE4-AA0D-30C65728865B}" destId="{AD941CC2-CC6E-4ADC-AEED-38C2E28383CD}" srcOrd="0" destOrd="0" presId="urn:microsoft.com/office/officeart/2005/8/layout/list1"/>
    <dgm:cxn modelId="{2884A4F4-503B-43E8-86D4-8523C67DF200}" type="presOf" srcId="{3A25D63F-84B0-4EDD-B039-B0F360E51F78}" destId="{43EE455A-738C-4D91-B6D0-53ED78A6DBED}" srcOrd="1" destOrd="0" presId="urn:microsoft.com/office/officeart/2005/8/layout/list1"/>
    <dgm:cxn modelId="{617ED2D9-E3C1-48E9-B4F1-02E67B1C4F74}" type="presOf" srcId="{2A56B4D8-B77A-4339-9344-288499A68052}" destId="{CD3D8DF2-F1A3-4222-B0F6-6D9E482830F0}" srcOrd="1" destOrd="0" presId="urn:microsoft.com/office/officeart/2005/8/layout/list1"/>
    <dgm:cxn modelId="{CC3A8C20-8358-4D1C-859B-69E4B2F68FF5}" type="presOf" srcId="{1C190F4A-971A-435F-A244-BBEE4FA97D22}" destId="{0786E533-B77A-4934-9B70-C95D40249AEF}" srcOrd="0" destOrd="0" presId="urn:microsoft.com/office/officeart/2005/8/layout/list1"/>
    <dgm:cxn modelId="{10E1D14D-71B9-4663-98A8-5F9F48F86B97}" type="presOf" srcId="{1C190F4A-971A-435F-A244-BBEE4FA97D22}" destId="{AA801CB4-F11C-42A6-B8AB-11CCA0425405}" srcOrd="1" destOrd="0" presId="urn:microsoft.com/office/officeart/2005/8/layout/list1"/>
    <dgm:cxn modelId="{59E6FA40-2D9B-49E2-9937-5F3E6FAE5A35}" type="presOf" srcId="{F36BA9C2-95CE-4FB4-A2CE-BFD14182278C}" destId="{8A2871B8-E00D-4526-8781-2231F2211E1E}" srcOrd="1" destOrd="0" presId="urn:microsoft.com/office/officeart/2005/8/layout/list1"/>
    <dgm:cxn modelId="{6D395D0C-5E82-4E4B-8CF9-06FDAD0EBC3A}" srcId="{90BEA93D-707F-4606-885D-99B0F7B784DE}" destId="{3E02A061-FFF4-4FE4-AA0D-30C65728865B}" srcOrd="0" destOrd="0" parTransId="{340147CC-28D7-41FE-9CB5-C9D36367EE3F}" sibTransId="{BEEB3BB7-3E60-4D60-A9E2-C446C818C628}"/>
    <dgm:cxn modelId="{E9BACD06-4DD0-447F-8AE8-59CD93D49831}" type="presOf" srcId="{66A769BB-3D13-476D-963D-6654E9B1DD8A}" destId="{F481C35C-0758-4A09-B023-C93811D3B190}" srcOrd="0" destOrd="0" presId="urn:microsoft.com/office/officeart/2005/8/layout/list1"/>
    <dgm:cxn modelId="{8165944B-68EE-442B-B270-CD46D75E5AF9}" srcId="{90BEA93D-707F-4606-885D-99B0F7B784DE}" destId="{3A25D63F-84B0-4EDD-B039-B0F360E51F78}" srcOrd="1" destOrd="0" parTransId="{E4ABD2C2-3350-4C07-BF0B-760C629CEFDF}" sibTransId="{0558477C-4576-42F1-9E1F-AD015C153179}"/>
    <dgm:cxn modelId="{7CF094FB-B5DE-47BA-BABE-A05F1A58A0F6}" srcId="{90BEA93D-707F-4606-885D-99B0F7B784DE}" destId="{F36BA9C2-95CE-4FB4-A2CE-BFD14182278C}" srcOrd="4" destOrd="0" parTransId="{8CB11E6D-4A25-4C57-AE55-CCD8DD2D1F62}" sibTransId="{56BFFFD9-83CC-4A45-A43E-E1091AC3F0AF}"/>
    <dgm:cxn modelId="{9B5DBE32-58EE-48CC-82FB-7E9F79B07CE4}" srcId="{90BEA93D-707F-4606-885D-99B0F7B784DE}" destId="{1C190F4A-971A-435F-A244-BBEE4FA97D22}" srcOrd="9" destOrd="0" parTransId="{93BB359D-B0AC-403E-BD7F-C0624C70C707}" sibTransId="{2CE86E95-008B-41B3-946E-0681598D9995}"/>
    <dgm:cxn modelId="{7E128BB5-FCF1-4AC0-8399-BDA0660AFDC1}" srcId="{90BEA93D-707F-4606-885D-99B0F7B784DE}" destId="{66A769BB-3D13-476D-963D-6654E9B1DD8A}" srcOrd="6" destOrd="0" parTransId="{B2843046-3EDB-427D-B7F0-073317080E92}" sibTransId="{3BD0FC50-7D4D-43EA-8B08-B6BE1A15DE51}"/>
    <dgm:cxn modelId="{BB78B3B7-38D8-4E94-9BFF-78066B16C83A}" type="presOf" srcId="{27EEF140-1C7A-42A8-82FA-4AB9FC697450}" destId="{18EDF574-757F-4741-8D25-3460276653C4}" srcOrd="1" destOrd="0" presId="urn:microsoft.com/office/officeart/2005/8/layout/list1"/>
    <dgm:cxn modelId="{30D05DB1-F5D3-4194-A1E8-BEB95564B8BD}" type="presOf" srcId="{D8387857-F11B-463C-A963-3FF9CC378154}" destId="{36804F25-875E-4691-AC32-65203106906C}" srcOrd="0" destOrd="0" presId="urn:microsoft.com/office/officeart/2005/8/layout/list1"/>
    <dgm:cxn modelId="{49E1ED12-1306-4F3B-9130-D08AE43727F5}" type="presOf" srcId="{27EEF140-1C7A-42A8-82FA-4AB9FC697450}" destId="{42E8ED5A-4DC1-4A3C-B9E4-9503D2978667}" srcOrd="0" destOrd="0" presId="urn:microsoft.com/office/officeart/2005/8/layout/list1"/>
    <dgm:cxn modelId="{0366B350-F851-4448-9F08-AA29A69B4B02}" srcId="{90BEA93D-707F-4606-885D-99B0F7B784DE}" destId="{21DD7D27-F9A4-4EF5-ADBC-DDA8D521DC4E}" srcOrd="3" destOrd="0" parTransId="{3A5F9222-5910-4B09-8108-3B0431A760B5}" sibTransId="{4CBDA6F3-1297-4B9B-A007-7C02B4B8E2D9}"/>
    <dgm:cxn modelId="{68BEC11E-A871-4824-B38D-999E5FA331F3}" srcId="{90BEA93D-707F-4606-885D-99B0F7B784DE}" destId="{2A56B4D8-B77A-4339-9344-288499A68052}" srcOrd="2" destOrd="0" parTransId="{671F5C4A-AB5E-49A3-ABF1-DF90C63C1390}" sibTransId="{F1F8C955-AF21-453C-A581-4D8137A922F1}"/>
    <dgm:cxn modelId="{01D27930-2773-4C69-8E28-25A16BF5EEF4}" type="presOf" srcId="{583CF40E-72A8-4FC4-88CA-6C91BD92CAD9}" destId="{E42AE687-90E9-49EC-9667-A05013E3D06E}" srcOrd="0" destOrd="0" presId="urn:microsoft.com/office/officeart/2005/8/layout/list1"/>
    <dgm:cxn modelId="{1D2A2631-BF0D-4DC4-9EFB-6F28D3EA921B}" type="presOf" srcId="{F36BA9C2-95CE-4FB4-A2CE-BFD14182278C}" destId="{7B0D5560-6FE2-4821-BC55-CA1F78C3293F}" srcOrd="0" destOrd="0" presId="urn:microsoft.com/office/officeart/2005/8/layout/list1"/>
    <dgm:cxn modelId="{9BFFDB3E-B38F-46A3-A179-02997501A415}" type="presOf" srcId="{21DD7D27-F9A4-4EF5-ADBC-DDA8D521DC4E}" destId="{712260D8-CE92-4034-BF17-149E6DBF0B33}" srcOrd="1" destOrd="0" presId="urn:microsoft.com/office/officeart/2005/8/layout/list1"/>
    <dgm:cxn modelId="{78EFD70F-7433-4F5F-B675-FDF2EBC72380}" srcId="{90BEA93D-707F-4606-885D-99B0F7B784DE}" destId="{D8387857-F11B-463C-A963-3FF9CC378154}" srcOrd="5" destOrd="0" parTransId="{F3936481-914A-4535-95A3-1F72FADE83B1}" sibTransId="{550A286C-AADD-4B45-AC78-000F86EF43F9}"/>
    <dgm:cxn modelId="{F65D8DC3-D0CF-4DB9-8B6E-FC34AA9B114E}" type="presOf" srcId="{66A769BB-3D13-476D-963D-6654E9B1DD8A}" destId="{32A20FCB-546E-46F7-A468-6C52154A3E40}" srcOrd="1" destOrd="0" presId="urn:microsoft.com/office/officeart/2005/8/layout/list1"/>
    <dgm:cxn modelId="{426FD829-4EB9-4638-8542-9FE693F3D34F}" type="presOf" srcId="{90BEA93D-707F-4606-885D-99B0F7B784DE}" destId="{EB9DBB3E-7951-4145-856F-233410167185}" srcOrd="0" destOrd="0" presId="urn:microsoft.com/office/officeart/2005/8/layout/list1"/>
    <dgm:cxn modelId="{7AA5D0BC-2F03-48A1-8249-AA67C297A507}" type="presOf" srcId="{2A56B4D8-B77A-4339-9344-288499A68052}" destId="{DB13BCCA-E272-4240-BC01-64B3ECC23863}" srcOrd="0" destOrd="0" presId="urn:microsoft.com/office/officeart/2005/8/layout/list1"/>
    <dgm:cxn modelId="{E870CA18-2F8C-489B-AE14-B0FB3D44F094}" type="presOf" srcId="{D5A261F5-D9B6-4417-A535-C886C61D8A13}" destId="{37BE2507-70C1-42EF-BD97-BC57968A545D}" srcOrd="0" destOrd="0" presId="urn:microsoft.com/office/officeart/2005/8/layout/list1"/>
    <dgm:cxn modelId="{49CD4260-36EB-45B5-B0EA-7C0840D4775C}" srcId="{90BEA93D-707F-4606-885D-99B0F7B784DE}" destId="{583CF40E-72A8-4FC4-88CA-6C91BD92CAD9}" srcOrd="7" destOrd="0" parTransId="{5728A51A-54DA-4436-8102-15D7D90C5D0D}" sibTransId="{9EAAC5C4-7A9B-4440-BA08-E4153339A5A2}"/>
    <dgm:cxn modelId="{744AB305-4212-4235-B33C-EAA50D8D55E7}" type="presOf" srcId="{3E02A061-FFF4-4FE4-AA0D-30C65728865B}" destId="{A02BB4ED-CCE9-4B9F-BFCF-DD2954C6F2EF}" srcOrd="1" destOrd="0" presId="urn:microsoft.com/office/officeart/2005/8/layout/list1"/>
    <dgm:cxn modelId="{BD34F0D3-FBE9-4FE9-AB60-4851B8596D66}" srcId="{90BEA93D-707F-4606-885D-99B0F7B784DE}" destId="{D5A261F5-D9B6-4417-A535-C886C61D8A13}" srcOrd="8" destOrd="0" parTransId="{A79EEE3C-E257-47A8-A0AE-F3C033E283F0}" sibTransId="{D3D52CC8-F334-4DFA-B2C5-870FE0534DF3}"/>
    <dgm:cxn modelId="{11F678E0-018A-4E89-AD5D-610448BB42A8}" type="presOf" srcId="{D8387857-F11B-463C-A963-3FF9CC378154}" destId="{F748B6BE-B43A-44C1-B5AF-07F51AB73035}" srcOrd="1" destOrd="0" presId="urn:microsoft.com/office/officeart/2005/8/layout/list1"/>
    <dgm:cxn modelId="{27449D4F-7843-4219-B00B-325B861A6EF8}" type="presOf" srcId="{D5A261F5-D9B6-4417-A535-C886C61D8A13}" destId="{3DCEE564-B139-4E80-B660-B39715799D00}" srcOrd="1" destOrd="0" presId="urn:microsoft.com/office/officeart/2005/8/layout/list1"/>
    <dgm:cxn modelId="{1BED31A4-FBE3-4001-8989-95D539222C8A}" type="presOf" srcId="{583CF40E-72A8-4FC4-88CA-6C91BD92CAD9}" destId="{CEAF049E-AE76-480B-83E5-BE88A2005913}" srcOrd="1" destOrd="0" presId="urn:microsoft.com/office/officeart/2005/8/layout/list1"/>
    <dgm:cxn modelId="{8048599D-C04B-469A-9539-D02E86D753C5}" type="presOf" srcId="{3A25D63F-84B0-4EDD-B039-B0F360E51F78}" destId="{240F235D-6671-41E1-882F-32C2D56EF317}" srcOrd="0" destOrd="0" presId="urn:microsoft.com/office/officeart/2005/8/layout/list1"/>
    <dgm:cxn modelId="{0AA79486-F10F-440F-BFED-67603BBDCD9B}" srcId="{90BEA93D-707F-4606-885D-99B0F7B784DE}" destId="{27EEF140-1C7A-42A8-82FA-4AB9FC697450}" srcOrd="10" destOrd="0" parTransId="{67EE56C8-9E3A-44E7-9426-C5737946FCF8}" sibTransId="{E6408CF2-0478-4F85-8C15-54CA5FD065EB}"/>
    <dgm:cxn modelId="{80CCF0C8-732E-4128-82F5-7CA9DD461E13}" type="presOf" srcId="{21DD7D27-F9A4-4EF5-ADBC-DDA8D521DC4E}" destId="{ED9FC377-DA6D-46F7-90BE-C1246C1238E8}" srcOrd="0" destOrd="0" presId="urn:microsoft.com/office/officeart/2005/8/layout/list1"/>
    <dgm:cxn modelId="{58CCEB2E-B9FC-4559-A8DE-989A4C41A034}" type="presParOf" srcId="{EB9DBB3E-7951-4145-856F-233410167185}" destId="{2346C7FF-14A0-4889-B687-4645C8855A17}" srcOrd="0" destOrd="0" presId="urn:microsoft.com/office/officeart/2005/8/layout/list1"/>
    <dgm:cxn modelId="{46F5C18C-51FE-4E7C-863D-C8A13BF751DA}" type="presParOf" srcId="{2346C7FF-14A0-4889-B687-4645C8855A17}" destId="{AD941CC2-CC6E-4ADC-AEED-38C2E28383CD}" srcOrd="0" destOrd="0" presId="urn:microsoft.com/office/officeart/2005/8/layout/list1"/>
    <dgm:cxn modelId="{AD857D7B-6B20-4F18-9E6D-0628AFB633E2}" type="presParOf" srcId="{2346C7FF-14A0-4889-B687-4645C8855A17}" destId="{A02BB4ED-CCE9-4B9F-BFCF-DD2954C6F2EF}" srcOrd="1" destOrd="0" presId="urn:microsoft.com/office/officeart/2005/8/layout/list1"/>
    <dgm:cxn modelId="{6EFB516D-98C7-46E9-9737-BA6574C554EF}" type="presParOf" srcId="{EB9DBB3E-7951-4145-856F-233410167185}" destId="{D09809C4-0FD3-46C2-8ADA-8614EB6B8ABE}" srcOrd="1" destOrd="0" presId="urn:microsoft.com/office/officeart/2005/8/layout/list1"/>
    <dgm:cxn modelId="{FAE4117A-3553-418C-9414-F45ED811BC48}" type="presParOf" srcId="{EB9DBB3E-7951-4145-856F-233410167185}" destId="{C2E03B1D-71DD-4952-A7FA-5C6A412AF110}" srcOrd="2" destOrd="0" presId="urn:microsoft.com/office/officeart/2005/8/layout/list1"/>
    <dgm:cxn modelId="{DF8971FE-2DDC-4630-9BAD-1E0B345E9085}" type="presParOf" srcId="{EB9DBB3E-7951-4145-856F-233410167185}" destId="{CBAFCADB-852D-438B-ACCF-5AE5B9732883}" srcOrd="3" destOrd="0" presId="urn:microsoft.com/office/officeart/2005/8/layout/list1"/>
    <dgm:cxn modelId="{D6143726-B095-4BAE-92B8-A58D002A7C1B}" type="presParOf" srcId="{EB9DBB3E-7951-4145-856F-233410167185}" destId="{6371B973-5CE8-4FFE-82EF-B12D5EFD36CF}" srcOrd="4" destOrd="0" presId="urn:microsoft.com/office/officeart/2005/8/layout/list1"/>
    <dgm:cxn modelId="{0B46F95D-EE68-4E28-8D23-F641593351B9}" type="presParOf" srcId="{6371B973-5CE8-4FFE-82EF-B12D5EFD36CF}" destId="{240F235D-6671-41E1-882F-32C2D56EF317}" srcOrd="0" destOrd="0" presId="urn:microsoft.com/office/officeart/2005/8/layout/list1"/>
    <dgm:cxn modelId="{918E1D10-9F8B-4EBB-9E8F-F93938FD960E}" type="presParOf" srcId="{6371B973-5CE8-4FFE-82EF-B12D5EFD36CF}" destId="{43EE455A-738C-4D91-B6D0-53ED78A6DBED}" srcOrd="1" destOrd="0" presId="urn:microsoft.com/office/officeart/2005/8/layout/list1"/>
    <dgm:cxn modelId="{2390F9E5-EDB4-4AC3-A4C4-2905852B7C44}" type="presParOf" srcId="{EB9DBB3E-7951-4145-856F-233410167185}" destId="{B70AB9F6-F067-4EAB-BFC6-A6EA20226F3D}" srcOrd="5" destOrd="0" presId="urn:microsoft.com/office/officeart/2005/8/layout/list1"/>
    <dgm:cxn modelId="{A51A27EA-944F-44FF-AB26-0283D9AD5D04}" type="presParOf" srcId="{EB9DBB3E-7951-4145-856F-233410167185}" destId="{F7D6B162-45B4-45E0-BD08-993395BAA3DF}" srcOrd="6" destOrd="0" presId="urn:microsoft.com/office/officeart/2005/8/layout/list1"/>
    <dgm:cxn modelId="{90E751DD-43E8-4F75-86E1-A2919F92EC73}" type="presParOf" srcId="{EB9DBB3E-7951-4145-856F-233410167185}" destId="{E84764D8-717C-4A3C-973D-8ED553B721EF}" srcOrd="7" destOrd="0" presId="urn:microsoft.com/office/officeart/2005/8/layout/list1"/>
    <dgm:cxn modelId="{E6083023-B8C7-473B-BAE7-8F31F68EC878}" type="presParOf" srcId="{EB9DBB3E-7951-4145-856F-233410167185}" destId="{D81FC3EE-4F0D-426E-8576-09C0B81E5C60}" srcOrd="8" destOrd="0" presId="urn:microsoft.com/office/officeart/2005/8/layout/list1"/>
    <dgm:cxn modelId="{A2341C8F-7E42-48F2-8E84-8B13BB17ADC8}" type="presParOf" srcId="{D81FC3EE-4F0D-426E-8576-09C0B81E5C60}" destId="{DB13BCCA-E272-4240-BC01-64B3ECC23863}" srcOrd="0" destOrd="0" presId="urn:microsoft.com/office/officeart/2005/8/layout/list1"/>
    <dgm:cxn modelId="{DC7F3438-AE8B-4C61-9807-8C3C49CDCD48}" type="presParOf" srcId="{D81FC3EE-4F0D-426E-8576-09C0B81E5C60}" destId="{CD3D8DF2-F1A3-4222-B0F6-6D9E482830F0}" srcOrd="1" destOrd="0" presId="urn:microsoft.com/office/officeart/2005/8/layout/list1"/>
    <dgm:cxn modelId="{EC2F5885-9566-470B-BAB7-7471EA7D4183}" type="presParOf" srcId="{EB9DBB3E-7951-4145-856F-233410167185}" destId="{68D425A7-1EE5-4010-BE1D-2637AA274B7C}" srcOrd="9" destOrd="0" presId="urn:microsoft.com/office/officeart/2005/8/layout/list1"/>
    <dgm:cxn modelId="{C26110D7-B65D-4986-BFF2-97F68701DE2C}" type="presParOf" srcId="{EB9DBB3E-7951-4145-856F-233410167185}" destId="{983DBAC6-6550-4781-95A1-24AC3F7BFB98}" srcOrd="10" destOrd="0" presId="urn:microsoft.com/office/officeart/2005/8/layout/list1"/>
    <dgm:cxn modelId="{C18CC75A-7234-494B-B26D-CEE17B4E94E5}" type="presParOf" srcId="{EB9DBB3E-7951-4145-856F-233410167185}" destId="{0D049542-BF39-42A2-AC88-7569CFE79B85}" srcOrd="11" destOrd="0" presId="urn:microsoft.com/office/officeart/2005/8/layout/list1"/>
    <dgm:cxn modelId="{84CE472B-D62F-4FB6-B2F9-80765F454086}" type="presParOf" srcId="{EB9DBB3E-7951-4145-856F-233410167185}" destId="{CD83DC30-D125-429E-9F63-232C11FA56B4}" srcOrd="12" destOrd="0" presId="urn:microsoft.com/office/officeart/2005/8/layout/list1"/>
    <dgm:cxn modelId="{1C3934F9-889C-417F-8E70-0CB4A81879FD}" type="presParOf" srcId="{CD83DC30-D125-429E-9F63-232C11FA56B4}" destId="{ED9FC377-DA6D-46F7-90BE-C1246C1238E8}" srcOrd="0" destOrd="0" presId="urn:microsoft.com/office/officeart/2005/8/layout/list1"/>
    <dgm:cxn modelId="{1C34DB19-6929-4BB7-B8DD-CB8C88E3C759}" type="presParOf" srcId="{CD83DC30-D125-429E-9F63-232C11FA56B4}" destId="{712260D8-CE92-4034-BF17-149E6DBF0B33}" srcOrd="1" destOrd="0" presId="urn:microsoft.com/office/officeart/2005/8/layout/list1"/>
    <dgm:cxn modelId="{D6756376-C63A-4733-9212-3414CE60F95C}" type="presParOf" srcId="{EB9DBB3E-7951-4145-856F-233410167185}" destId="{1ADB5B54-47CE-4D75-A1A2-803105463996}" srcOrd="13" destOrd="0" presId="urn:microsoft.com/office/officeart/2005/8/layout/list1"/>
    <dgm:cxn modelId="{1AF2780C-0A99-445D-88C8-AD7FEC2954A5}" type="presParOf" srcId="{EB9DBB3E-7951-4145-856F-233410167185}" destId="{EA81D21F-5D58-472C-97DB-E26E15EB3E05}" srcOrd="14" destOrd="0" presId="urn:microsoft.com/office/officeart/2005/8/layout/list1"/>
    <dgm:cxn modelId="{F2A1F7AD-6588-4EBC-A9E3-D3658FF86E52}" type="presParOf" srcId="{EB9DBB3E-7951-4145-856F-233410167185}" destId="{AD3C7F0E-31AF-43F8-9E83-C06569E487AA}" srcOrd="15" destOrd="0" presId="urn:microsoft.com/office/officeart/2005/8/layout/list1"/>
    <dgm:cxn modelId="{052A9CA5-94DD-4A3E-BA2C-1EBAC5BF20A8}" type="presParOf" srcId="{EB9DBB3E-7951-4145-856F-233410167185}" destId="{B1F43015-77CA-4201-9EE1-6AFAC540AD59}" srcOrd="16" destOrd="0" presId="urn:microsoft.com/office/officeart/2005/8/layout/list1"/>
    <dgm:cxn modelId="{8C9B07DE-8521-413F-8D16-E788DF73E4F4}" type="presParOf" srcId="{B1F43015-77CA-4201-9EE1-6AFAC540AD59}" destId="{7B0D5560-6FE2-4821-BC55-CA1F78C3293F}" srcOrd="0" destOrd="0" presId="urn:microsoft.com/office/officeart/2005/8/layout/list1"/>
    <dgm:cxn modelId="{8BC05493-4BB2-48DC-A3E8-16CDD0D9A4D4}" type="presParOf" srcId="{B1F43015-77CA-4201-9EE1-6AFAC540AD59}" destId="{8A2871B8-E00D-4526-8781-2231F2211E1E}" srcOrd="1" destOrd="0" presId="urn:microsoft.com/office/officeart/2005/8/layout/list1"/>
    <dgm:cxn modelId="{E41D9B61-826E-44FB-808E-9CCA35174E93}" type="presParOf" srcId="{EB9DBB3E-7951-4145-856F-233410167185}" destId="{738384E4-F8CA-46BA-AD66-7B48F39858A3}" srcOrd="17" destOrd="0" presId="urn:microsoft.com/office/officeart/2005/8/layout/list1"/>
    <dgm:cxn modelId="{A42966C4-A717-4E9E-9EED-89C2D20848F6}" type="presParOf" srcId="{EB9DBB3E-7951-4145-856F-233410167185}" destId="{875D01AB-D5BC-4A67-8BE4-FE0CDA4492F8}" srcOrd="18" destOrd="0" presId="urn:microsoft.com/office/officeart/2005/8/layout/list1"/>
    <dgm:cxn modelId="{FABD809E-EEDA-4556-ABCA-A0E6E6BF6B39}" type="presParOf" srcId="{EB9DBB3E-7951-4145-856F-233410167185}" destId="{7B90800C-DE7C-49E9-A2F9-824C3BBC73EF}" srcOrd="19" destOrd="0" presId="urn:microsoft.com/office/officeart/2005/8/layout/list1"/>
    <dgm:cxn modelId="{1BA75566-1257-4FA0-AB7C-EBAE5D904574}" type="presParOf" srcId="{EB9DBB3E-7951-4145-856F-233410167185}" destId="{769E3BEB-3561-4521-874F-77EF71F2B720}" srcOrd="20" destOrd="0" presId="urn:microsoft.com/office/officeart/2005/8/layout/list1"/>
    <dgm:cxn modelId="{2604A188-E928-4177-B600-38CB8C1E2B82}" type="presParOf" srcId="{769E3BEB-3561-4521-874F-77EF71F2B720}" destId="{36804F25-875E-4691-AC32-65203106906C}" srcOrd="0" destOrd="0" presId="urn:microsoft.com/office/officeart/2005/8/layout/list1"/>
    <dgm:cxn modelId="{1D6E7B1B-78B6-43B7-9F3A-270115F1F7E0}" type="presParOf" srcId="{769E3BEB-3561-4521-874F-77EF71F2B720}" destId="{F748B6BE-B43A-44C1-B5AF-07F51AB73035}" srcOrd="1" destOrd="0" presId="urn:microsoft.com/office/officeart/2005/8/layout/list1"/>
    <dgm:cxn modelId="{600D15AA-964D-4A75-82A8-494582912DEE}" type="presParOf" srcId="{EB9DBB3E-7951-4145-856F-233410167185}" destId="{6D74F743-F8EA-473A-A950-D23E97E84388}" srcOrd="21" destOrd="0" presId="urn:microsoft.com/office/officeart/2005/8/layout/list1"/>
    <dgm:cxn modelId="{DE99902F-FFAA-4BB0-B707-AA5172EFC184}" type="presParOf" srcId="{EB9DBB3E-7951-4145-856F-233410167185}" destId="{7925D511-5009-4E9C-B787-A3CDDB416AD6}" srcOrd="22" destOrd="0" presId="urn:microsoft.com/office/officeart/2005/8/layout/list1"/>
    <dgm:cxn modelId="{4F122CF8-E705-4B0D-BBB8-F1CEBA3C7F54}" type="presParOf" srcId="{EB9DBB3E-7951-4145-856F-233410167185}" destId="{8396F455-6B87-4C69-81BD-4A6A8B00B55C}" srcOrd="23" destOrd="0" presId="urn:microsoft.com/office/officeart/2005/8/layout/list1"/>
    <dgm:cxn modelId="{9953B9FE-725D-43E0-BD21-7AEA81F656E5}" type="presParOf" srcId="{EB9DBB3E-7951-4145-856F-233410167185}" destId="{C359EF39-E8DC-4493-A4B9-86E869FBADFF}" srcOrd="24" destOrd="0" presId="urn:microsoft.com/office/officeart/2005/8/layout/list1"/>
    <dgm:cxn modelId="{8BEED5B1-F1C6-45E5-A57D-D2D0DC451F34}" type="presParOf" srcId="{C359EF39-E8DC-4493-A4B9-86E869FBADFF}" destId="{F481C35C-0758-4A09-B023-C93811D3B190}" srcOrd="0" destOrd="0" presId="urn:microsoft.com/office/officeart/2005/8/layout/list1"/>
    <dgm:cxn modelId="{62207F22-B042-49A8-8B1A-6D93BD6D4777}" type="presParOf" srcId="{C359EF39-E8DC-4493-A4B9-86E869FBADFF}" destId="{32A20FCB-546E-46F7-A468-6C52154A3E40}" srcOrd="1" destOrd="0" presId="urn:microsoft.com/office/officeart/2005/8/layout/list1"/>
    <dgm:cxn modelId="{E6384560-0CB2-4B59-9CFE-659B904768CA}" type="presParOf" srcId="{EB9DBB3E-7951-4145-856F-233410167185}" destId="{BC2FCB55-9271-4D0C-934E-3C98C0414CAB}" srcOrd="25" destOrd="0" presId="urn:microsoft.com/office/officeart/2005/8/layout/list1"/>
    <dgm:cxn modelId="{2C3C77A4-9B4F-4FA0-9991-4816FCFF4295}" type="presParOf" srcId="{EB9DBB3E-7951-4145-856F-233410167185}" destId="{A9D89318-01CF-4CD1-9066-67D47E9FBED1}" srcOrd="26" destOrd="0" presId="urn:microsoft.com/office/officeart/2005/8/layout/list1"/>
    <dgm:cxn modelId="{BA05BF9E-D0FC-4962-A014-C63683DC6C1B}" type="presParOf" srcId="{EB9DBB3E-7951-4145-856F-233410167185}" destId="{86201254-19AF-4D7B-82A6-8F52F3E742F1}" srcOrd="27" destOrd="0" presId="urn:microsoft.com/office/officeart/2005/8/layout/list1"/>
    <dgm:cxn modelId="{5FF8D4DB-8BED-455A-9AC4-3B5E1AF430C9}" type="presParOf" srcId="{EB9DBB3E-7951-4145-856F-233410167185}" destId="{CCE3B34B-849B-4BC5-A016-286A1D52879F}" srcOrd="28" destOrd="0" presId="urn:microsoft.com/office/officeart/2005/8/layout/list1"/>
    <dgm:cxn modelId="{A6B332B6-AD7A-4438-8841-BBF37618DDF9}" type="presParOf" srcId="{CCE3B34B-849B-4BC5-A016-286A1D52879F}" destId="{E42AE687-90E9-49EC-9667-A05013E3D06E}" srcOrd="0" destOrd="0" presId="urn:microsoft.com/office/officeart/2005/8/layout/list1"/>
    <dgm:cxn modelId="{BB025F1C-DED4-4C0C-AB9D-8893B0C8FF85}" type="presParOf" srcId="{CCE3B34B-849B-4BC5-A016-286A1D52879F}" destId="{CEAF049E-AE76-480B-83E5-BE88A2005913}" srcOrd="1" destOrd="0" presId="urn:microsoft.com/office/officeart/2005/8/layout/list1"/>
    <dgm:cxn modelId="{D0D74D0B-1132-4A7D-99E9-CC630CCEF201}" type="presParOf" srcId="{EB9DBB3E-7951-4145-856F-233410167185}" destId="{967806E3-62A3-4955-9F9A-C09B2200F39C}" srcOrd="29" destOrd="0" presId="urn:microsoft.com/office/officeart/2005/8/layout/list1"/>
    <dgm:cxn modelId="{E8220CFF-A350-45DC-AC43-148421545C8F}" type="presParOf" srcId="{EB9DBB3E-7951-4145-856F-233410167185}" destId="{516A6524-CB76-4812-A317-0541194F5819}" srcOrd="30" destOrd="0" presId="urn:microsoft.com/office/officeart/2005/8/layout/list1"/>
    <dgm:cxn modelId="{A4C1D049-AF9B-481D-817F-551C5567770F}" type="presParOf" srcId="{EB9DBB3E-7951-4145-856F-233410167185}" destId="{C3B330E7-110C-4FB8-9F11-263B6957E465}" srcOrd="31" destOrd="0" presId="urn:microsoft.com/office/officeart/2005/8/layout/list1"/>
    <dgm:cxn modelId="{D57EDF92-963F-4F10-A0EA-D3BB07D75067}" type="presParOf" srcId="{EB9DBB3E-7951-4145-856F-233410167185}" destId="{28BBC495-AC39-418A-992E-D699A1AF54A2}" srcOrd="32" destOrd="0" presId="urn:microsoft.com/office/officeart/2005/8/layout/list1"/>
    <dgm:cxn modelId="{52CF7FD8-DB8C-4AAF-92A0-3D891177694F}" type="presParOf" srcId="{28BBC495-AC39-418A-992E-D699A1AF54A2}" destId="{37BE2507-70C1-42EF-BD97-BC57968A545D}" srcOrd="0" destOrd="0" presId="urn:microsoft.com/office/officeart/2005/8/layout/list1"/>
    <dgm:cxn modelId="{0117D998-B993-4C91-A74D-4F991B24ED00}" type="presParOf" srcId="{28BBC495-AC39-418A-992E-D699A1AF54A2}" destId="{3DCEE564-B139-4E80-B660-B39715799D00}" srcOrd="1" destOrd="0" presId="urn:microsoft.com/office/officeart/2005/8/layout/list1"/>
    <dgm:cxn modelId="{1D1CEB1F-1C15-4083-B9E1-9EC65810027B}" type="presParOf" srcId="{EB9DBB3E-7951-4145-856F-233410167185}" destId="{E8BAF2CD-ADD4-4F64-9536-891A41926974}" srcOrd="33" destOrd="0" presId="urn:microsoft.com/office/officeart/2005/8/layout/list1"/>
    <dgm:cxn modelId="{82EF547F-BEDA-4A8B-9A8D-D495B65149EA}" type="presParOf" srcId="{EB9DBB3E-7951-4145-856F-233410167185}" destId="{1BFFC170-5677-4238-A248-C0CC1B60FF4C}" srcOrd="34" destOrd="0" presId="urn:microsoft.com/office/officeart/2005/8/layout/list1"/>
    <dgm:cxn modelId="{9235CAC5-4242-4804-8CFA-FE14C4382F65}" type="presParOf" srcId="{EB9DBB3E-7951-4145-856F-233410167185}" destId="{918D4AFC-4F05-47A5-B558-AF60401B10E0}" srcOrd="35" destOrd="0" presId="urn:microsoft.com/office/officeart/2005/8/layout/list1"/>
    <dgm:cxn modelId="{453296E3-8DD1-41B8-8AD0-1E840B3C418D}" type="presParOf" srcId="{EB9DBB3E-7951-4145-856F-233410167185}" destId="{4A7FC0F2-B83F-47A7-9800-903894C31FA9}" srcOrd="36" destOrd="0" presId="urn:microsoft.com/office/officeart/2005/8/layout/list1"/>
    <dgm:cxn modelId="{30E553C2-A636-4A78-BE63-A8B428E38FF2}" type="presParOf" srcId="{4A7FC0F2-B83F-47A7-9800-903894C31FA9}" destId="{0786E533-B77A-4934-9B70-C95D40249AEF}" srcOrd="0" destOrd="0" presId="urn:microsoft.com/office/officeart/2005/8/layout/list1"/>
    <dgm:cxn modelId="{B17F7BE1-A439-45D4-B61E-161FDF2F9865}" type="presParOf" srcId="{4A7FC0F2-B83F-47A7-9800-903894C31FA9}" destId="{AA801CB4-F11C-42A6-B8AB-11CCA0425405}" srcOrd="1" destOrd="0" presId="urn:microsoft.com/office/officeart/2005/8/layout/list1"/>
    <dgm:cxn modelId="{95DA28C7-DBE0-423A-A9C6-0045B6FC5E91}" type="presParOf" srcId="{EB9DBB3E-7951-4145-856F-233410167185}" destId="{78AF3311-DE57-4934-BD1F-58E9D7CDE320}" srcOrd="37" destOrd="0" presId="urn:microsoft.com/office/officeart/2005/8/layout/list1"/>
    <dgm:cxn modelId="{E1AAEF90-3753-4E1C-9978-2B42F7221558}" type="presParOf" srcId="{EB9DBB3E-7951-4145-856F-233410167185}" destId="{62EAEDE6-B0D1-44D9-9B76-06551BD838A3}" srcOrd="38" destOrd="0" presId="urn:microsoft.com/office/officeart/2005/8/layout/list1"/>
    <dgm:cxn modelId="{12FCD8F6-2D04-453A-A489-BFC47DF5F86F}" type="presParOf" srcId="{EB9DBB3E-7951-4145-856F-233410167185}" destId="{00280A5C-7B86-4BD1-86B5-535A09A46DAC}" srcOrd="39" destOrd="0" presId="urn:microsoft.com/office/officeart/2005/8/layout/list1"/>
    <dgm:cxn modelId="{5C24F345-A737-458C-9B46-8B78EC6ABCA6}" type="presParOf" srcId="{EB9DBB3E-7951-4145-856F-233410167185}" destId="{F59D4F12-D1E6-4305-AD7D-775B566D6BEA}" srcOrd="40" destOrd="0" presId="urn:microsoft.com/office/officeart/2005/8/layout/list1"/>
    <dgm:cxn modelId="{5BFBADD2-8991-4CD3-AC0C-D77BB9A0D2FB}" type="presParOf" srcId="{F59D4F12-D1E6-4305-AD7D-775B566D6BEA}" destId="{42E8ED5A-4DC1-4A3C-B9E4-9503D2978667}" srcOrd="0" destOrd="0" presId="urn:microsoft.com/office/officeart/2005/8/layout/list1"/>
    <dgm:cxn modelId="{6926A77C-F7ED-4B90-B543-FC87752764E0}" type="presParOf" srcId="{F59D4F12-D1E6-4305-AD7D-775B566D6BEA}" destId="{18EDF574-757F-4741-8D25-3460276653C4}" srcOrd="1" destOrd="0" presId="urn:microsoft.com/office/officeart/2005/8/layout/list1"/>
    <dgm:cxn modelId="{96148781-0340-412A-8D58-68950D7B1A3B}" type="presParOf" srcId="{EB9DBB3E-7951-4145-856F-233410167185}" destId="{252F3A35-6F79-4E9F-97AA-80207EDB8017}" srcOrd="41" destOrd="0" presId="urn:microsoft.com/office/officeart/2005/8/layout/list1"/>
    <dgm:cxn modelId="{AD4A17ED-367C-4AA3-8A6C-6AE7F2E35889}" type="presParOf" srcId="{EB9DBB3E-7951-4145-856F-233410167185}" destId="{B5524772-D6DE-467A-99D0-B74E40CE19F2}" srcOrd="4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03B1D-71DD-4952-A7FA-5C6A412AF110}">
      <dsp:nvSpPr>
        <dsp:cNvPr id="0" name=""/>
        <dsp:cNvSpPr/>
      </dsp:nvSpPr>
      <dsp:spPr>
        <a:xfrm>
          <a:off x="0" y="20449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BB4ED-CCE9-4B9F-BFCF-DD2954C6F2EF}">
      <dsp:nvSpPr>
        <dsp:cNvPr id="0" name=""/>
        <dsp:cNvSpPr/>
      </dsp:nvSpPr>
      <dsp:spPr>
        <a:xfrm>
          <a:off x="313690" y="21627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Total Revenue:</a:t>
          </a:r>
          <a:r>
            <a:rPr lang="en-US" sz="1200" kern="1200"/>
            <a:t> Business size &amp; overall sales performance</a:t>
          </a:r>
        </a:p>
      </dsp:txBody>
      <dsp:txXfrm>
        <a:off x="330983" y="233567"/>
        <a:ext cx="5796396" cy="319654"/>
      </dsp:txXfrm>
    </dsp:sp>
    <dsp:sp modelId="{F7D6B162-45B4-45E0-BD08-993395BAA3DF}">
      <dsp:nvSpPr>
        <dsp:cNvPr id="0" name=""/>
        <dsp:cNvSpPr/>
      </dsp:nvSpPr>
      <dsp:spPr>
        <a:xfrm>
          <a:off x="0" y="74881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E455A-738C-4D91-B6D0-53ED78A6DBED}">
      <dsp:nvSpPr>
        <dsp:cNvPr id="0" name=""/>
        <dsp:cNvSpPr/>
      </dsp:nvSpPr>
      <dsp:spPr>
        <a:xfrm>
          <a:off x="313690" y="76059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Total Profit:</a:t>
          </a:r>
          <a:r>
            <a:rPr lang="en-US" sz="1200" kern="1200"/>
            <a:t> Profitability and pricing effectiveness</a:t>
          </a:r>
        </a:p>
      </dsp:txBody>
      <dsp:txXfrm>
        <a:off x="330983" y="777887"/>
        <a:ext cx="5796396" cy="319654"/>
      </dsp:txXfrm>
    </dsp:sp>
    <dsp:sp modelId="{983DBAC6-6550-4781-95A1-24AC3F7BFB98}">
      <dsp:nvSpPr>
        <dsp:cNvPr id="0" name=""/>
        <dsp:cNvSpPr/>
      </dsp:nvSpPr>
      <dsp:spPr>
        <a:xfrm>
          <a:off x="0" y="129313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D8DF2-F1A3-4222-B0F6-6D9E482830F0}">
      <dsp:nvSpPr>
        <dsp:cNvPr id="0" name=""/>
        <dsp:cNvSpPr/>
      </dsp:nvSpPr>
      <dsp:spPr>
        <a:xfrm>
          <a:off x="313690" y="130491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Production Cost:</a:t>
          </a:r>
          <a:r>
            <a:rPr lang="en-US" sz="1200" kern="1200"/>
            <a:t> Operational cost efficiency</a:t>
          </a:r>
        </a:p>
      </dsp:txBody>
      <dsp:txXfrm>
        <a:off x="330983" y="1322207"/>
        <a:ext cx="5796396" cy="319654"/>
      </dsp:txXfrm>
    </dsp:sp>
    <dsp:sp modelId="{EA81D21F-5D58-472C-97DB-E26E15EB3E05}">
      <dsp:nvSpPr>
        <dsp:cNvPr id="0" name=""/>
        <dsp:cNvSpPr/>
      </dsp:nvSpPr>
      <dsp:spPr>
        <a:xfrm>
          <a:off x="0" y="183745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260D8-CE92-4034-BF17-149E6DBF0B33}">
      <dsp:nvSpPr>
        <dsp:cNvPr id="0" name=""/>
        <dsp:cNvSpPr/>
      </dsp:nvSpPr>
      <dsp:spPr>
        <a:xfrm>
          <a:off x="313690" y="184923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Profit Margin (YoY):</a:t>
          </a:r>
          <a:r>
            <a:rPr lang="en-US" sz="1200" kern="1200"/>
            <a:t> Efficiency improvement over time</a:t>
          </a:r>
        </a:p>
      </dsp:txBody>
      <dsp:txXfrm>
        <a:off x="330983" y="1866527"/>
        <a:ext cx="5796396" cy="319654"/>
      </dsp:txXfrm>
    </dsp:sp>
    <dsp:sp modelId="{875D01AB-D5BC-4A67-8BE4-FE0CDA4492F8}">
      <dsp:nvSpPr>
        <dsp:cNvPr id="0" name=""/>
        <dsp:cNvSpPr/>
      </dsp:nvSpPr>
      <dsp:spPr>
        <a:xfrm>
          <a:off x="0" y="238177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871B8-E00D-4526-8781-2231F2211E1E}">
      <dsp:nvSpPr>
        <dsp:cNvPr id="0" name=""/>
        <dsp:cNvSpPr/>
      </dsp:nvSpPr>
      <dsp:spPr>
        <a:xfrm>
          <a:off x="313690" y="239355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YoY Sales Growth:</a:t>
          </a:r>
          <a:r>
            <a:rPr lang="en-US" sz="1200" kern="1200"/>
            <a:t> Long-term business growth tracking</a:t>
          </a:r>
        </a:p>
      </dsp:txBody>
      <dsp:txXfrm>
        <a:off x="330983" y="2410847"/>
        <a:ext cx="5796396" cy="319654"/>
      </dsp:txXfrm>
    </dsp:sp>
    <dsp:sp modelId="{7925D511-5009-4E9C-B787-A3CDDB416AD6}">
      <dsp:nvSpPr>
        <dsp:cNvPr id="0" name=""/>
        <dsp:cNvSpPr/>
      </dsp:nvSpPr>
      <dsp:spPr>
        <a:xfrm>
          <a:off x="0" y="292609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8B6BE-B43A-44C1-B5AF-07F51AB73035}">
      <dsp:nvSpPr>
        <dsp:cNvPr id="0" name=""/>
        <dsp:cNvSpPr/>
      </dsp:nvSpPr>
      <dsp:spPr>
        <a:xfrm>
          <a:off x="313690" y="293787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Quarterly Sales:</a:t>
          </a:r>
          <a:r>
            <a:rPr lang="en-US" sz="1200" kern="1200"/>
            <a:t> Seasonal performance identification</a:t>
          </a:r>
        </a:p>
      </dsp:txBody>
      <dsp:txXfrm>
        <a:off x="330983" y="2955167"/>
        <a:ext cx="5796396" cy="319654"/>
      </dsp:txXfrm>
    </dsp:sp>
    <dsp:sp modelId="{A9D89318-01CF-4CD1-9066-67D47E9FBED1}">
      <dsp:nvSpPr>
        <dsp:cNvPr id="0" name=""/>
        <dsp:cNvSpPr/>
      </dsp:nvSpPr>
      <dsp:spPr>
        <a:xfrm>
          <a:off x="0" y="347041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20FCB-546E-46F7-A468-6C52154A3E40}">
      <dsp:nvSpPr>
        <dsp:cNvPr id="0" name=""/>
        <dsp:cNvSpPr/>
      </dsp:nvSpPr>
      <dsp:spPr>
        <a:xfrm>
          <a:off x="313690" y="348219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Monthly Sales Trend:</a:t>
          </a:r>
          <a:r>
            <a:rPr lang="en-US" sz="1200" kern="1200"/>
            <a:t> Short-term demand monitoring</a:t>
          </a:r>
        </a:p>
      </dsp:txBody>
      <dsp:txXfrm>
        <a:off x="330983" y="3499487"/>
        <a:ext cx="5796396" cy="319654"/>
      </dsp:txXfrm>
    </dsp:sp>
    <dsp:sp modelId="{516A6524-CB76-4812-A317-0541194F5819}">
      <dsp:nvSpPr>
        <dsp:cNvPr id="0" name=""/>
        <dsp:cNvSpPr/>
      </dsp:nvSpPr>
      <dsp:spPr>
        <a:xfrm>
          <a:off x="0" y="401473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F049E-AE76-480B-83E5-BE88A2005913}">
      <dsp:nvSpPr>
        <dsp:cNvPr id="0" name=""/>
        <dsp:cNvSpPr/>
      </dsp:nvSpPr>
      <dsp:spPr>
        <a:xfrm>
          <a:off x="313690" y="402651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High-Value Customers:</a:t>
          </a:r>
          <a:r>
            <a:rPr lang="en-US" sz="1200" kern="1200"/>
            <a:t> Identify premium revenue contributors</a:t>
          </a:r>
        </a:p>
      </dsp:txBody>
      <dsp:txXfrm>
        <a:off x="330983" y="4043807"/>
        <a:ext cx="5796396" cy="319654"/>
      </dsp:txXfrm>
    </dsp:sp>
    <dsp:sp modelId="{1BFFC170-5677-4238-A248-C0CC1B60FF4C}">
      <dsp:nvSpPr>
        <dsp:cNvPr id="0" name=""/>
        <dsp:cNvSpPr/>
      </dsp:nvSpPr>
      <dsp:spPr>
        <a:xfrm>
          <a:off x="0" y="455905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CEE564-B139-4E80-B660-B39715799D00}">
      <dsp:nvSpPr>
        <dsp:cNvPr id="0" name=""/>
        <dsp:cNvSpPr/>
      </dsp:nvSpPr>
      <dsp:spPr>
        <a:xfrm>
          <a:off x="313690" y="457083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Top 5 Customers:</a:t>
          </a:r>
          <a:r>
            <a:rPr lang="en-US" sz="1200" kern="1200"/>
            <a:t> Revenue concentration analysis</a:t>
          </a:r>
        </a:p>
      </dsp:txBody>
      <dsp:txXfrm>
        <a:off x="330983" y="4588127"/>
        <a:ext cx="5796396" cy="319654"/>
      </dsp:txXfrm>
    </dsp:sp>
    <dsp:sp modelId="{62EAEDE6-B0D1-44D9-9B76-06551BD838A3}">
      <dsp:nvSpPr>
        <dsp:cNvPr id="0" name=""/>
        <dsp:cNvSpPr/>
      </dsp:nvSpPr>
      <dsp:spPr>
        <a:xfrm>
          <a:off x="0" y="510337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01CB4-F11C-42A6-B8AB-11CCA0425405}">
      <dsp:nvSpPr>
        <dsp:cNvPr id="0" name=""/>
        <dsp:cNvSpPr/>
      </dsp:nvSpPr>
      <dsp:spPr>
        <a:xfrm>
          <a:off x="313690" y="5115154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Top Sales Regions:</a:t>
          </a:r>
          <a:r>
            <a:rPr lang="en-US" sz="1200" kern="1200"/>
            <a:t> Geographic performance focus</a:t>
          </a:r>
        </a:p>
      </dsp:txBody>
      <dsp:txXfrm>
        <a:off x="330983" y="5132447"/>
        <a:ext cx="5796396" cy="319654"/>
      </dsp:txXfrm>
    </dsp:sp>
    <dsp:sp modelId="{B5524772-D6DE-467A-99D0-B74E40CE19F2}">
      <dsp:nvSpPr>
        <dsp:cNvPr id="0" name=""/>
        <dsp:cNvSpPr/>
      </dsp:nvSpPr>
      <dsp:spPr>
        <a:xfrm>
          <a:off x="0" y="5647692"/>
          <a:ext cx="62737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DF574-757F-4741-8D25-3460276653C4}">
      <dsp:nvSpPr>
        <dsp:cNvPr id="0" name=""/>
        <dsp:cNvSpPr/>
      </dsp:nvSpPr>
      <dsp:spPr>
        <a:xfrm>
          <a:off x="313690" y="5623225"/>
          <a:ext cx="5830982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994" tIns="0" rIns="165994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Top Product Categories:</a:t>
          </a:r>
          <a:r>
            <a:rPr lang="en-US" sz="1200" kern="1200"/>
            <a:t> Product-level growth drivers</a:t>
          </a:r>
        </a:p>
      </dsp:txBody>
      <dsp:txXfrm>
        <a:off x="330983" y="5640518"/>
        <a:ext cx="5796396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6E1B6-8F6C-4478-8135-40D2B718CF3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FE6B-604E-4664-B766-5A39DEDCC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7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50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68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11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26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8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57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34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9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653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4799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79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854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248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98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0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9A27A-0659-4551-8328-96C8FB5818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4D127-D49D-4A6D-BC80-4955232EF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077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EEC7-8C85-45F1-90FB-09F456C6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907" y="1985554"/>
            <a:ext cx="10422256" cy="3399246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algn="ctr"/>
            <a:r>
              <a:rPr lang="en-IN" sz="6600" b="1" i="1" dirty="0" smtClean="0">
                <a:solidFill>
                  <a:srgbClr val="7030A0"/>
                </a:solidFill>
              </a:rPr>
              <a:t>Adventure works cycle</a:t>
            </a:r>
            <a:endParaRPr lang="en-IN" sz="6600" b="1" i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11" b="90898" l="5349" r="95000">
                        <a14:foregroundMark x1="54767" y1="37743" x2="54767" y2="37743"/>
                        <a14:foregroundMark x1="57558" y1="27063" x2="57558" y2="27063"/>
                        <a14:foregroundMark x1="63721" y1="11650" x2="63721" y2="11650"/>
                        <a14:foregroundMark x1="62442" y1="6432" x2="62442" y2="6432"/>
                        <a14:foregroundMark x1="36512" y1="75000" x2="36512" y2="75000"/>
                        <a14:foregroundMark x1="64070" y1="83617" x2="64070" y2="83617"/>
                        <a14:foregroundMark x1="64535" y1="75000" x2="64535" y2="75000"/>
                        <a14:foregroundMark x1="95000" y1="67961" x2="95000" y2="67961"/>
                        <a14:foregroundMark x1="5349" y1="90898" x2="5349" y2="90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07" y="653143"/>
            <a:ext cx="4170993" cy="26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9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0697" y="535578"/>
            <a:ext cx="6230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>
                <a:solidFill>
                  <a:srgbClr val="7030A0"/>
                </a:solidFill>
                <a:latin typeface="Arial Rounded MT Bold" panose="020F0704030504030204" pitchFamily="34" charset="0"/>
              </a:rPr>
              <a:t>PRESENTED BY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1" y="1658983"/>
            <a:ext cx="4794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</a:rPr>
              <a:t>Priyanka </a:t>
            </a:r>
            <a:r>
              <a:rPr lang="en-US" sz="2400" dirty="0" smtClean="0">
                <a:solidFill>
                  <a:srgbClr val="090931"/>
                </a:solidFill>
              </a:rPr>
              <a:t>Puluskar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90931"/>
                </a:solidFill>
              </a:rPr>
              <a:t>Sidra Manchekar</a:t>
            </a:r>
          </a:p>
          <a:p>
            <a:endParaRPr lang="en-US" sz="2400" dirty="0">
              <a:solidFill>
                <a:srgbClr val="09093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5578" y="535578"/>
            <a:ext cx="677108" cy="5878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Adventure works cycle</a:t>
            </a:r>
            <a:endParaRPr lang="en-US" sz="32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338" y="535578"/>
            <a:ext cx="6953793" cy="537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8BDB-751D-46B3-B35C-38E27ECB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184666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44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85BF-6F6C-47A7-AF68-11998013C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34" y="1515292"/>
            <a:ext cx="10250578" cy="409025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analysis project aims to extract valuable insights from structured sales data to support business decision-making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actionable insights through sales and performance analysis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Dataset: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Adventure Works Cycle dataset (2010–2014)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&amp; Platforms: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SQL, Excel, Tableau, Power BI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800" i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3474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94114" y="640080"/>
            <a:ext cx="7654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  <a:endParaRPr lang="en-US" sz="44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9531" y="1933303"/>
            <a:ext cx="94444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this project includes analyzing sales, profit, and production cost data to identify trends and measure business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large-scale Adventure Works Cycle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and transformation using Excel and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and calculation of key sales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interactive dashboards in Tableau and 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Comparative analysis across time periods, regions, and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 of actionable business insights and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15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4CA5-E9FE-4FFF-98BF-1EEE5450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73" y="152353"/>
            <a:ext cx="9905998" cy="591717"/>
          </a:xfrm>
        </p:spPr>
        <p:txBody>
          <a:bodyPr/>
          <a:lstStyle/>
          <a:p>
            <a:pPr algn="ctr"/>
            <a:r>
              <a:rPr lang="en-IN" b="1" i="1" cap="none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Dashboard</a:t>
            </a:r>
            <a:r>
              <a:rPr lang="en-IN" b="1" cap="none" dirty="0">
                <a:solidFill>
                  <a:srgbClr val="7030A0"/>
                </a:solidFill>
              </a:rPr>
              <a:t>	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D80790-61B3-4B51-A437-935439D0B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744071"/>
            <a:ext cx="9339943" cy="5961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593" y="1703731"/>
            <a:ext cx="241060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194C"/>
                </a:solidFill>
                <a:latin typeface="Bahnschrift SemiBold" panose="020B0502040204020203" pitchFamily="34" charset="0"/>
              </a:rPr>
              <a:t>Excel dashboard used for data cleaning and initial analysis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194C"/>
                </a:solidFill>
                <a:latin typeface="Bahnschrift SemiBold" panose="020B0502040204020203" pitchFamily="34" charset="0"/>
              </a:rPr>
              <a:t>Pivot tables and charts created for sales and cost summary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194C"/>
                </a:solidFill>
                <a:latin typeface="Bahnschrift SemiBold" panose="020B0502040204020203" pitchFamily="34" charset="0"/>
              </a:rPr>
              <a:t>Helped in validating KPIs before visualization</a:t>
            </a:r>
          </a:p>
          <a:p>
            <a:endParaRPr lang="en-US" dirty="0">
              <a:solidFill>
                <a:srgbClr val="0019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30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4692-D32D-42C3-AC6F-35DE4C83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480" y="68184"/>
            <a:ext cx="9905998" cy="609149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7030A0"/>
                </a:solidFill>
              </a:rPr>
              <a:t>SQL QUERY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2B386-617C-425F-8C6B-59AB14E6C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6" y="736600"/>
            <a:ext cx="5946197" cy="60532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40035D-3B40-49F8-973D-EA687922D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6600"/>
            <a:ext cx="6063403" cy="60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7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3CCD-02AA-4B82-B8CA-11869521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84666"/>
            <a:ext cx="10883899" cy="372533"/>
          </a:xfrm>
        </p:spPr>
        <p:txBody>
          <a:bodyPr>
            <a:noAutofit/>
          </a:bodyPr>
          <a:lstStyle/>
          <a:p>
            <a:pPr algn="ctr"/>
            <a:r>
              <a:rPr lang="en-IN" b="1" cap="none" dirty="0">
                <a:solidFill>
                  <a:srgbClr val="7030A0"/>
                </a:solidFill>
              </a:rPr>
              <a:t>Executive Sales KPI Snapshot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3FACA7-C8FA-4745-9A38-FE1DD201DE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711200"/>
            <a:ext cx="5427133" cy="6062134"/>
          </a:xfr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A6BA82-8ECC-4EC9-8C41-38CD4F89BB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66203925"/>
              </p:ext>
            </p:extLst>
          </p:nvPr>
        </p:nvGraphicFramePr>
        <p:xfrm>
          <a:off x="5918200" y="795867"/>
          <a:ext cx="6273800" cy="5977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937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61613D-5319-4C25-AF14-4E38FFFE3D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5005" y="561703"/>
            <a:ext cx="9601199" cy="61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75166" y="-84628"/>
            <a:ext cx="4924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  <a:endParaRPr lang="en-US" sz="36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46019" y="1270849"/>
            <a:ext cx="235348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Provides consolidated KPIs such as total sales, profit, and cost</a:t>
            </a:r>
          </a:p>
          <a:p>
            <a:r>
              <a:rPr lang="en-US" sz="2000" b="1" dirty="0">
                <a:solidFill>
                  <a:srgbClr val="002060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Displays year-wise, month-wise, and quarter-wise sales trends</a:t>
            </a:r>
          </a:p>
          <a:p>
            <a:r>
              <a:rPr lang="en-US" sz="2000" b="1" dirty="0">
                <a:solidFill>
                  <a:srgbClr val="002060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Supports quick business-level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33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5819A-F10A-4154-ABC2-7A2D56E06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09" y="574766"/>
            <a:ext cx="9483634" cy="61656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84171" y="0"/>
            <a:ext cx="563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Tablue Dashboard</a:t>
            </a:r>
            <a:endParaRPr lang="en-US" sz="36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9816" y="1653739"/>
            <a:ext cx="24819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90931"/>
                </a:solidFill>
                <a:effectLst/>
                <a:latin typeface="Bahnschrift SemiBold" panose="020B0502040204020203" pitchFamily="34" charset="0"/>
              </a:rPr>
              <a:t>Interactive dashboard with filters for year, region, and product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90931"/>
                </a:solidFill>
                <a:effectLst/>
                <a:latin typeface="Bahnschrift SemiBold" panose="020B0502040204020203" pitchFamily="34" charset="0"/>
              </a:rPr>
              <a:t>Displays sales trends, top products, and regional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90931"/>
                </a:solidFill>
                <a:effectLst/>
                <a:latin typeface="Bahnschrift SemiBold" panose="020B0502040204020203" pitchFamily="34" charset="0"/>
              </a:rPr>
              <a:t>Enables drill-down analysis for detailed insights</a:t>
            </a:r>
          </a:p>
        </p:txBody>
      </p:sp>
    </p:spTree>
    <p:extLst>
      <p:ext uri="{BB962C8B-B14F-4D97-AF65-F5344CB8AC3E}">
        <p14:creationId xmlns:p14="http://schemas.microsoft.com/office/powerpoint/2010/main" val="147257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0971" y="1959428"/>
            <a:ext cx="84516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b="1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summary, the dashboard shows</a:t>
            </a:r>
            <a:r>
              <a:rPr lang="en-US" sz="2400" b="1" dirty="0" smtClean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b="1" dirty="0">
              <a:solidFill>
                <a:srgbClr val="0909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Total Sales of </a:t>
            </a:r>
            <a:r>
              <a:rPr lang="en-US" sz="2400" b="1" dirty="0">
                <a:solidFill>
                  <a:srgbClr val="002060"/>
                </a:solidFill>
              </a:rPr>
              <a:t>₹29.4M</a:t>
            </a:r>
            <a:r>
              <a:rPr lang="en-US" sz="2400" dirty="0">
                <a:solidFill>
                  <a:srgbClr val="002060"/>
                </a:solidFill>
              </a:rPr>
              <a:t> with a strong profit margin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Sales peaked in </a:t>
            </a:r>
            <a:r>
              <a:rPr lang="en-US" sz="2400" b="1" dirty="0">
                <a:solidFill>
                  <a:srgbClr val="002060"/>
                </a:solidFill>
              </a:rPr>
              <a:t>2013</a:t>
            </a:r>
            <a:r>
              <a:rPr lang="en-US" sz="2400" dirty="0">
                <a:solidFill>
                  <a:srgbClr val="002060"/>
                </a:solidFill>
              </a:rPr>
              <a:t> across all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Q4</a:t>
            </a:r>
            <a:r>
              <a:rPr lang="en-US" sz="2400" dirty="0">
                <a:solidFill>
                  <a:srgbClr val="002060"/>
                </a:solidFill>
              </a:rPr>
              <a:t> and year-end months generate the highest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Bikes are the primary revenue-generating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USA and Australia are the strongest performing regions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0971" y="613954"/>
            <a:ext cx="47548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sz="40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47575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750423"/>
            <a:ext cx="749808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successfully transformed raw Adventure Works Cycle data into meaningful insights using SQL, Excel, Tableau, and Power BI</a:t>
            </a:r>
            <a:r>
              <a:rPr lang="en-US" sz="2400" dirty="0" smtClean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solidFill>
                <a:srgbClr val="0909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highlighted key sales trends, regional performance, and product contribution that support informed business decisions</a:t>
            </a:r>
            <a:r>
              <a:rPr lang="en-US" sz="2400" dirty="0" smtClean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solidFill>
                <a:srgbClr val="0909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909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Overall, the project demonstrates the importance of data analytics in improving sales strategy and business planning.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679269"/>
            <a:ext cx="5251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44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95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3590" y="5708467"/>
            <a:ext cx="5408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273C18"/>
                </a:solidFill>
              </a:rPr>
              <a:t>Adventure </a:t>
            </a:r>
            <a:r>
              <a:rPr lang="en-US" sz="2000" b="1" i="1" dirty="0" smtClean="0">
                <a:solidFill>
                  <a:srgbClr val="273C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en-US" sz="2000" b="1" i="1" dirty="0" smtClean="0">
                <a:solidFill>
                  <a:srgbClr val="273C18"/>
                </a:solidFill>
              </a:rPr>
              <a:t> Cycle</a:t>
            </a:r>
            <a:endParaRPr lang="en-US" sz="2000" b="1" i="1" dirty="0">
              <a:solidFill>
                <a:srgbClr val="273C18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3721" y1="38587" x2="23721" y2="38587"/>
                        <a14:foregroundMark x1="23721" y1="38587" x2="23721" y2="38587"/>
                        <a14:foregroundMark x1="32791" y1="42935" x2="32791" y2="42935"/>
                        <a14:foregroundMark x1="50698" y1="39130" x2="50698" y2="39130"/>
                        <a14:foregroundMark x1="65814" y1="37500" x2="65814" y2="37500"/>
                        <a14:foregroundMark x1="77442" y1="41304" x2="77442" y2="41304"/>
                        <a14:foregroundMark x1="60930" y1="64674" x2="60930" y2="64674"/>
                        <a14:foregroundMark x1="52558" y1="64674" x2="52558" y2="64674"/>
                        <a14:foregroundMark x1="31395" y1="68478" x2="31395" y2="684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25" y="1162594"/>
            <a:ext cx="7707084" cy="35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574</TotalTime>
  <Words>395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Rounded MT Bold</vt:lpstr>
      <vt:lpstr>Bahnschrift SemiBold</vt:lpstr>
      <vt:lpstr>Calibri</vt:lpstr>
      <vt:lpstr>Calibri Light</vt:lpstr>
      <vt:lpstr>Trebuchet MS</vt:lpstr>
      <vt:lpstr>Circuit</vt:lpstr>
      <vt:lpstr>Adventure works cycle</vt:lpstr>
      <vt:lpstr>PowerPoint Presentation</vt:lpstr>
      <vt:lpstr>Introduction</vt:lpstr>
      <vt:lpstr>PowerPoint Presentation</vt:lpstr>
      <vt:lpstr>Excel Dashboard </vt:lpstr>
      <vt:lpstr>SQL QUERY</vt:lpstr>
      <vt:lpstr>Executive Sales KPI Snapshot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P-1117 Adventure Work</dc:title>
  <dc:creator>Omkar Puluskar</dc:creator>
  <cp:lastModifiedBy>leovo</cp:lastModifiedBy>
  <cp:revision>39</cp:revision>
  <dcterms:created xsi:type="dcterms:W3CDTF">2026-01-15T06:23:44Z</dcterms:created>
  <dcterms:modified xsi:type="dcterms:W3CDTF">2026-01-19T13:52:55Z</dcterms:modified>
</cp:coreProperties>
</file>